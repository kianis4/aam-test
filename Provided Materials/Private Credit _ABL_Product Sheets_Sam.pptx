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theme/theme2.xml" ContentType="application/vnd.openxmlformats-officedocument.theme+xml"/>
  <Override PartName="/ppt/tags/tag1.xml" ContentType="application/vnd.openxmlformats-officedocument.presentationml.tags+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ppt/tags/tag25.xml" ContentType="application/vnd.openxmlformats-officedocument.presentationml.tags+xml"/>
  <Override PartName="/ppt/tags/tag26.xml" ContentType="application/vnd.openxmlformats-officedocument.presentationml.tags+xml"/>
  <Override PartName="/ppt/tags/tag27.xml" ContentType="application/vnd.openxmlformats-officedocument.presentationml.tags+xml"/>
  <Override PartName="/ppt/tags/tag28.xml" ContentType="application/vnd.openxmlformats-officedocument.presentationml.tags+xml"/>
  <Override PartName="/ppt/tags/tag29.xml" ContentType="application/vnd.openxmlformats-officedocument.presentationml.tags+xml"/>
  <Override PartName="/ppt/tags/tag30.xml" ContentType="application/vnd.openxmlformats-officedocument.presentationml.tags+xml"/>
  <Override PartName="/ppt/tags/tag31.xml" ContentType="application/vnd.openxmlformats-officedocument.presentationml.tags+xml"/>
  <Override PartName="/ppt/tags/tag32.xml" ContentType="application/vnd.openxmlformats-officedocument.presentationml.tags+xml"/>
  <Override PartName="/ppt/tags/tag33.xml" ContentType="application/vnd.openxmlformats-officedocument.presentationml.tags+xml"/>
  <Override PartName="/ppt/tags/tag34.xml" ContentType="application/vnd.openxmlformats-officedocument.presentationml.tags+xml"/>
  <Override PartName="/ppt/tags/tag35.xml" ContentType="application/vnd.openxmlformats-officedocument.presentationml.tags+xml"/>
  <Override PartName="/ppt/tags/tag36.xml" ContentType="application/vnd.openxmlformats-officedocument.presentationml.tags+xml"/>
  <Override PartName="/ppt/tags/tag37.xml" ContentType="application/vnd.openxmlformats-officedocument.presentationml.tags+xml"/>
  <Override PartName="/ppt/tags/tag38.xml" ContentType="application/vnd.openxmlformats-officedocument.presentationml.tags+xml"/>
  <Override PartName="/ppt/tags/tag39.xml" ContentType="application/vnd.openxmlformats-officedocument.presentationml.tags+xml"/>
  <Override PartName="/ppt/tags/tag40.xml" ContentType="application/vnd.openxmlformats-officedocument.presentationml.tags+xml"/>
  <Override PartName="/ppt/tags/tag41.xml" ContentType="application/vnd.openxmlformats-officedocument.presentationml.tags+xml"/>
  <Override PartName="/ppt/tags/tag42.xml" ContentType="application/vnd.openxmlformats-officedocument.presentationml.tags+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4"/>
  </p:sldMasterIdLst>
  <p:notesMasterIdLst>
    <p:notesMasterId r:id="rId9"/>
  </p:notesMasterIdLst>
  <p:sldIdLst>
    <p:sldId id="273" r:id="rId5"/>
    <p:sldId id="270" r:id="rId6"/>
    <p:sldId id="274" r:id="rId7"/>
    <p:sldId id="271" r:id="rId8"/>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7E93A7"/>
    <a:srgbClr val="688098"/>
    <a:srgbClr val="8DA0B1"/>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182EBD23-DEBF-4805-998D-DA9C56D6C490}" v="2" dt="2025-04-10T19:07:44.412"/>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97" autoAdjust="0"/>
    <p:restoredTop sz="94660"/>
  </p:normalViewPr>
  <p:slideViewPr>
    <p:cSldViewPr snapToGrid="0">
      <p:cViewPr varScale="1">
        <p:scale>
          <a:sx n="64" d="100"/>
          <a:sy n="64" d="100"/>
        </p:scale>
        <p:origin x="1836" y="32"/>
      </p:cViewPr>
      <p:guideLst/>
    </p:cSldViewPr>
  </p:slideViewPr>
  <p:notesTextViewPr>
    <p:cViewPr>
      <p:scale>
        <a:sx n="3" d="2"/>
        <a:sy n="3" d="2"/>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tableStyles" Target="tableStyles.xml"/><Relationship Id="rId3" Type="http://schemas.openxmlformats.org/officeDocument/2006/relationships/customXml" Target="../customXml/item3.xml"/><Relationship Id="rId7" Type="http://schemas.openxmlformats.org/officeDocument/2006/relationships/slide" Target="slides/slide3.xml"/><Relationship Id="rId12" Type="http://schemas.openxmlformats.org/officeDocument/2006/relationships/theme" Target="theme/theme1.xml"/><Relationship Id="rId2" Type="http://schemas.openxmlformats.org/officeDocument/2006/relationships/customXml" Target="../customXml/item2.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viewProps" Target="viewProps.xml"/><Relationship Id="rId5" Type="http://schemas.openxmlformats.org/officeDocument/2006/relationships/slide" Target="slides/slide1.xml"/><Relationship Id="rId10"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notesMaster" Target="notesMasters/notesMaster1.xml"/><Relationship Id="rId14" Type="http://schemas.microsoft.com/office/2015/10/relationships/revisionInfo" Target="revisionInfo.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Espace réservé de l'en-tête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Espace réservé de la date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E685C0B3-4567-421B-A274-21EB88CBBE0B}" type="datetimeFigureOut">
              <a:rPr lang="en-US" smtClean="0"/>
              <a:t>4/12/2025</a:t>
            </a:fld>
            <a:endParaRPr lang="en-US" dirty="0"/>
          </a:p>
        </p:txBody>
      </p:sp>
      <p:sp>
        <p:nvSpPr>
          <p:cNvPr id="4" name="Espace réservé de l'image des diapositives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dirty="0"/>
          </a:p>
        </p:txBody>
      </p:sp>
      <p:sp>
        <p:nvSpPr>
          <p:cNvPr id="5" name="Espace réservé des notes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a:p>
        </p:txBody>
      </p:sp>
      <p:sp>
        <p:nvSpPr>
          <p:cNvPr id="6" name="Espace réservé du pied de page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7" name="Espace réservé du numéro de diapositive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D52E945C-BB44-4E36-8C98-BFEBF50C1FAE}" type="slidenum">
              <a:rPr lang="en-US" smtClean="0"/>
              <a:t>‹#›</a:t>
            </a:fld>
            <a:endParaRPr lang="en-US" dirty="0"/>
          </a:p>
        </p:txBody>
      </p:sp>
    </p:spTree>
    <p:extLst>
      <p:ext uri="{BB962C8B-B14F-4D97-AF65-F5344CB8AC3E}">
        <p14:creationId xmlns:p14="http://schemas.microsoft.com/office/powerpoint/2010/main" val="389710655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 Id="rId6" Type="http://schemas.openxmlformats.org/officeDocument/2006/relationships/image" Target="../media/image5.svg"/><Relationship Id="rId5" Type="http://schemas.openxmlformats.org/officeDocument/2006/relationships/image" Target="../media/image4.png"/><Relationship Id="rId4" Type="http://schemas.openxmlformats.org/officeDocument/2006/relationships/image" Target="../media/image3.svg"/></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5.svg"/><Relationship Id="rId2" Type="http://schemas.openxmlformats.org/officeDocument/2006/relationships/image" Target="../media/image4.png"/><Relationship Id="rId1" Type="http://schemas.openxmlformats.org/officeDocument/2006/relationships/slideMaster" Target="../slideMasters/slideMaster1.xml"/><Relationship Id="rId4" Type="http://schemas.openxmlformats.org/officeDocument/2006/relationships/image" Target="../media/image1.png"/></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8.svg"/></Relationships>
</file>

<file path=ppt/slideLayouts/_rels/slideLayout21.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8.svg"/></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image - cover - couverture">
    <p:spTree>
      <p:nvGrpSpPr>
        <p:cNvPr id="1" name=""/>
        <p:cNvGrpSpPr/>
        <p:nvPr/>
      </p:nvGrpSpPr>
      <p:grpSpPr>
        <a:xfrm>
          <a:off x="0" y="0"/>
          <a:ext cx="0" cy="0"/>
          <a:chOff x="0" y="0"/>
          <a:chExt cx="0" cy="0"/>
        </a:xfrm>
      </p:grpSpPr>
      <p:sp>
        <p:nvSpPr>
          <p:cNvPr id="37" name="Titre 1">
            <a:extLst>
              <a:ext uri="{FF2B5EF4-FFF2-40B4-BE49-F238E27FC236}">
                <a16:creationId xmlns:a16="http://schemas.microsoft.com/office/drawing/2014/main" id="{246D2032-6EB1-AA38-9C03-4EC05745DFEF}"/>
              </a:ext>
            </a:extLst>
          </p:cNvPr>
          <p:cNvSpPr>
            <a:spLocks noGrp="1"/>
          </p:cNvSpPr>
          <p:nvPr>
            <p:ph type="ctrTitle" hasCustomPrompt="1"/>
          </p:nvPr>
        </p:nvSpPr>
        <p:spPr>
          <a:xfrm>
            <a:off x="469641" y="2781300"/>
            <a:ext cx="4940559" cy="2209800"/>
          </a:xfrm>
          <a:prstGeom prst="rect">
            <a:avLst/>
          </a:prstGeom>
          <a:noFill/>
        </p:spPr>
        <p:txBody>
          <a:bodyPr lIns="360000" tIns="360000" rIns="360000" bIns="360000" anchor="t"/>
          <a:lstStyle>
            <a:lvl1pPr algn="l">
              <a:defRPr sz="5000">
                <a:solidFill>
                  <a:schemeClr val="bg2"/>
                </a:solidFill>
              </a:defRPr>
            </a:lvl1pPr>
          </a:lstStyle>
          <a:p>
            <a:r>
              <a:rPr lang="en-US"/>
              <a:t>Change the style of the title</a:t>
            </a:r>
            <a:endParaRPr lang="en-US" dirty="0"/>
          </a:p>
        </p:txBody>
      </p:sp>
      <p:sp>
        <p:nvSpPr>
          <p:cNvPr id="38" name="Sous-titre 2">
            <a:extLst>
              <a:ext uri="{FF2B5EF4-FFF2-40B4-BE49-F238E27FC236}">
                <a16:creationId xmlns:a16="http://schemas.microsoft.com/office/drawing/2014/main" id="{C7ACC6BC-9944-C510-373F-4D648FABA856}"/>
              </a:ext>
            </a:extLst>
          </p:cNvPr>
          <p:cNvSpPr>
            <a:spLocks noGrp="1"/>
          </p:cNvSpPr>
          <p:nvPr>
            <p:ph type="subTitle" idx="1" hasCustomPrompt="1"/>
          </p:nvPr>
        </p:nvSpPr>
        <p:spPr>
          <a:xfrm>
            <a:off x="469641" y="4992174"/>
            <a:ext cx="4940559" cy="1439210"/>
          </a:xfrm>
          <a:prstGeom prst="rect">
            <a:avLst/>
          </a:prstGeom>
          <a:noFill/>
        </p:spPr>
        <p:txBody>
          <a:bodyPr lIns="360000" tIns="360000" rIns="360000" bIns="0" anchor="b"/>
          <a:lstStyle>
            <a:lvl1pPr marL="0" indent="0" algn="l">
              <a:buNone/>
              <a:defRPr sz="2400">
                <a:solidFill>
                  <a:schemeClr val="bg2"/>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Change the style of the mask subtitles</a:t>
            </a:r>
            <a:endParaRPr lang="en-US" dirty="0"/>
          </a:p>
        </p:txBody>
      </p:sp>
      <p:pic>
        <p:nvPicPr>
          <p:cNvPr id="39" name="Image 38">
            <a:extLst>
              <a:ext uri="{FF2B5EF4-FFF2-40B4-BE49-F238E27FC236}">
                <a16:creationId xmlns:a16="http://schemas.microsoft.com/office/drawing/2014/main" id="{4FB53285-AF96-6D5A-578C-081FDFA3D28D}"/>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257888" y="322057"/>
            <a:ext cx="4530010" cy="1013184"/>
          </a:xfrm>
          <a:prstGeom prst="rect">
            <a:avLst/>
          </a:prstGeom>
        </p:spPr>
      </p:pic>
      <p:pic>
        <p:nvPicPr>
          <p:cNvPr id="40" name="Graphique 39">
            <a:extLst>
              <a:ext uri="{FF2B5EF4-FFF2-40B4-BE49-F238E27FC236}">
                <a16:creationId xmlns:a16="http://schemas.microsoft.com/office/drawing/2014/main" id="{19A63CAE-D959-E7CF-EEE5-3F5CEE43B431}"/>
              </a:ext>
            </a:extLst>
          </p:cNvPr>
          <p:cNvPicPr>
            <a:picLocks noChangeAspect="1"/>
          </p:cNvPicPr>
          <p:nvPr userDrawn="1"/>
        </p:nvPicPr>
        <p:blipFill>
          <a:blip r:embed="rId3">
            <a:extLst>
              <a:ext uri="{96DAC541-7B7A-43D3-8B79-37D633B846F1}">
                <asvg:svgBlip xmlns:asvg="http://schemas.microsoft.com/office/drawing/2016/SVG/main" r:embed="rId4"/>
              </a:ext>
            </a:extLst>
          </a:blip>
          <a:stretch>
            <a:fillRect/>
          </a:stretch>
        </p:blipFill>
        <p:spPr>
          <a:xfrm>
            <a:off x="8393502" y="4838581"/>
            <a:ext cx="1592804" cy="1592803"/>
          </a:xfrm>
          <a:prstGeom prst="rect">
            <a:avLst/>
          </a:prstGeom>
        </p:spPr>
      </p:pic>
      <p:pic>
        <p:nvPicPr>
          <p:cNvPr id="41" name="Graphique 40">
            <a:extLst>
              <a:ext uri="{FF2B5EF4-FFF2-40B4-BE49-F238E27FC236}">
                <a16:creationId xmlns:a16="http://schemas.microsoft.com/office/drawing/2014/main" id="{0DA2037C-70D4-08BC-5BB4-3AAB77063B73}"/>
              </a:ext>
            </a:extLst>
          </p:cNvPr>
          <p:cNvPicPr>
            <a:picLocks noChangeAspect="1"/>
          </p:cNvPicPr>
          <p:nvPr userDrawn="1"/>
        </p:nvPicPr>
        <p:blipFill>
          <a:blip r:embed="rId5">
            <a:extLst>
              <a:ext uri="{96DAC541-7B7A-43D3-8B79-37D633B846F1}">
                <asvg:svgBlip xmlns:asvg="http://schemas.microsoft.com/office/drawing/2016/SVG/main" r:embed="rId6"/>
              </a:ext>
            </a:extLst>
          </a:blip>
          <a:stretch>
            <a:fillRect/>
          </a:stretch>
        </p:blipFill>
        <p:spPr>
          <a:xfrm>
            <a:off x="8393502" y="3100648"/>
            <a:ext cx="1592804" cy="1592803"/>
          </a:xfrm>
          <a:prstGeom prst="rect">
            <a:avLst/>
          </a:prstGeom>
        </p:spPr>
      </p:pic>
      <p:pic>
        <p:nvPicPr>
          <p:cNvPr id="42" name="Graphique 41">
            <a:extLst>
              <a:ext uri="{FF2B5EF4-FFF2-40B4-BE49-F238E27FC236}">
                <a16:creationId xmlns:a16="http://schemas.microsoft.com/office/drawing/2014/main" id="{806D06F9-7021-A252-08E3-84D25422BDAD}"/>
              </a:ext>
            </a:extLst>
          </p:cNvPr>
          <p:cNvPicPr>
            <a:picLocks noChangeAspect="1"/>
          </p:cNvPicPr>
          <p:nvPr userDrawn="1"/>
        </p:nvPicPr>
        <p:blipFill>
          <a:blip r:embed="rId3">
            <a:extLst>
              <a:ext uri="{96DAC541-7B7A-43D3-8B79-37D633B846F1}">
                <asvg:svgBlip xmlns:asvg="http://schemas.microsoft.com/office/drawing/2016/SVG/main" r:embed="rId4"/>
              </a:ext>
            </a:extLst>
          </a:blip>
          <a:stretch>
            <a:fillRect/>
          </a:stretch>
        </p:blipFill>
        <p:spPr>
          <a:xfrm>
            <a:off x="10129555" y="4838581"/>
            <a:ext cx="1592804" cy="1592803"/>
          </a:xfrm>
          <a:prstGeom prst="rect">
            <a:avLst/>
          </a:prstGeom>
        </p:spPr>
      </p:pic>
      <p:pic>
        <p:nvPicPr>
          <p:cNvPr id="43" name="Graphique 42">
            <a:extLst>
              <a:ext uri="{FF2B5EF4-FFF2-40B4-BE49-F238E27FC236}">
                <a16:creationId xmlns:a16="http://schemas.microsoft.com/office/drawing/2014/main" id="{5940BCC3-C3B3-9039-4AB4-C1971BA7E75A}"/>
              </a:ext>
            </a:extLst>
          </p:cNvPr>
          <p:cNvPicPr>
            <a:picLocks noChangeAspect="1"/>
          </p:cNvPicPr>
          <p:nvPr userDrawn="1"/>
        </p:nvPicPr>
        <p:blipFill>
          <a:blip r:embed="rId3">
            <a:extLst>
              <a:ext uri="{96DAC541-7B7A-43D3-8B79-37D633B846F1}">
                <asvg:svgBlip xmlns:asvg="http://schemas.microsoft.com/office/drawing/2016/SVG/main" r:embed="rId4"/>
              </a:ext>
            </a:extLst>
          </a:blip>
          <a:stretch>
            <a:fillRect/>
          </a:stretch>
        </p:blipFill>
        <p:spPr>
          <a:xfrm>
            <a:off x="10129555" y="3100648"/>
            <a:ext cx="1592804" cy="1592803"/>
          </a:xfrm>
          <a:prstGeom prst="rect">
            <a:avLst/>
          </a:prstGeom>
        </p:spPr>
      </p:pic>
      <p:sp>
        <p:nvSpPr>
          <p:cNvPr id="44" name="Espace réservé pour une image  18">
            <a:extLst>
              <a:ext uri="{FF2B5EF4-FFF2-40B4-BE49-F238E27FC236}">
                <a16:creationId xmlns:a16="http://schemas.microsoft.com/office/drawing/2014/main" id="{8021CF9D-D2ED-B291-9CE1-EE3F2AE989C9}"/>
              </a:ext>
            </a:extLst>
          </p:cNvPr>
          <p:cNvSpPr>
            <a:spLocks noGrp="1" noChangeAspect="1"/>
          </p:cNvSpPr>
          <p:nvPr>
            <p:ph type="pic" sz="quarter" idx="10"/>
          </p:nvPr>
        </p:nvSpPr>
        <p:spPr>
          <a:xfrm>
            <a:off x="8544882" y="3252027"/>
            <a:ext cx="1290045" cy="1290045"/>
          </a:xfrm>
          <a:prstGeom prst="roundRect">
            <a:avLst>
              <a:gd name="adj" fmla="val 8647"/>
            </a:avLst>
          </a:prstGeom>
        </p:spPr>
        <p:txBody>
          <a:bodyPr/>
          <a:lstStyle>
            <a:lvl1pPr>
              <a:defRPr sz="1200"/>
            </a:lvl1pPr>
          </a:lstStyle>
          <a:p>
            <a:r>
              <a:rPr lang="en-US" dirty="0"/>
              <a:t>Click icon to add picture</a:t>
            </a:r>
            <a:endParaRPr lang="en-CA" dirty="0"/>
          </a:p>
        </p:txBody>
      </p:sp>
      <p:pic>
        <p:nvPicPr>
          <p:cNvPr id="45" name="Graphique 44">
            <a:extLst>
              <a:ext uri="{FF2B5EF4-FFF2-40B4-BE49-F238E27FC236}">
                <a16:creationId xmlns:a16="http://schemas.microsoft.com/office/drawing/2014/main" id="{C0DCF638-D783-DAD9-C2C4-3E988DB444C5}"/>
              </a:ext>
            </a:extLst>
          </p:cNvPr>
          <p:cNvPicPr>
            <a:picLocks noChangeAspect="1"/>
          </p:cNvPicPr>
          <p:nvPr userDrawn="1"/>
        </p:nvPicPr>
        <p:blipFill>
          <a:blip r:embed="rId3">
            <a:extLst>
              <a:ext uri="{96DAC541-7B7A-43D3-8B79-37D633B846F1}">
                <asvg:svgBlip xmlns:asvg="http://schemas.microsoft.com/office/drawing/2016/SVG/main" r:embed="rId4"/>
              </a:ext>
            </a:extLst>
          </a:blip>
          <a:stretch>
            <a:fillRect/>
          </a:stretch>
        </p:blipFill>
        <p:spPr>
          <a:xfrm>
            <a:off x="10129555" y="1362715"/>
            <a:ext cx="1592804" cy="1592803"/>
          </a:xfrm>
          <a:prstGeom prst="rect">
            <a:avLst/>
          </a:prstGeom>
        </p:spPr>
      </p:pic>
      <p:pic>
        <p:nvPicPr>
          <p:cNvPr id="46" name="Graphique 45">
            <a:extLst>
              <a:ext uri="{FF2B5EF4-FFF2-40B4-BE49-F238E27FC236}">
                <a16:creationId xmlns:a16="http://schemas.microsoft.com/office/drawing/2014/main" id="{5404ABE1-4F3E-265D-F710-89436939EE9A}"/>
              </a:ext>
            </a:extLst>
          </p:cNvPr>
          <p:cNvPicPr>
            <a:picLocks noChangeAspect="1"/>
          </p:cNvPicPr>
          <p:nvPr userDrawn="1"/>
        </p:nvPicPr>
        <p:blipFill>
          <a:blip r:embed="rId3">
            <a:extLst>
              <a:ext uri="{96DAC541-7B7A-43D3-8B79-37D633B846F1}">
                <asvg:svgBlip xmlns:asvg="http://schemas.microsoft.com/office/drawing/2016/SVG/main" r:embed="rId4"/>
              </a:ext>
            </a:extLst>
          </a:blip>
          <a:stretch>
            <a:fillRect/>
          </a:stretch>
        </p:blipFill>
        <p:spPr>
          <a:xfrm>
            <a:off x="6657449" y="4838581"/>
            <a:ext cx="1592804" cy="1592803"/>
          </a:xfrm>
          <a:prstGeom prst="rect">
            <a:avLst/>
          </a:prstGeom>
        </p:spPr>
      </p:pic>
    </p:spTree>
    <p:extLst>
      <p:ext uri="{BB962C8B-B14F-4D97-AF65-F5344CB8AC3E}">
        <p14:creationId xmlns:p14="http://schemas.microsoft.com/office/powerpoint/2010/main" val="336067544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1_image - cover - couverture">
    <p:spTree>
      <p:nvGrpSpPr>
        <p:cNvPr id="1" name=""/>
        <p:cNvGrpSpPr/>
        <p:nvPr/>
      </p:nvGrpSpPr>
      <p:grpSpPr>
        <a:xfrm>
          <a:off x="0" y="0"/>
          <a:ext cx="0" cy="0"/>
          <a:chOff x="0" y="0"/>
          <a:chExt cx="0" cy="0"/>
        </a:xfrm>
      </p:grpSpPr>
      <p:sp>
        <p:nvSpPr>
          <p:cNvPr id="7" name="Espace réservé pour une image  6">
            <a:extLst>
              <a:ext uri="{FF2B5EF4-FFF2-40B4-BE49-F238E27FC236}">
                <a16:creationId xmlns:a16="http://schemas.microsoft.com/office/drawing/2014/main" id="{5E3941FB-BD47-4E2D-A65B-ECB8A32F4D7B}"/>
              </a:ext>
            </a:extLst>
          </p:cNvPr>
          <p:cNvSpPr>
            <a:spLocks noGrp="1"/>
          </p:cNvSpPr>
          <p:nvPr>
            <p:ph type="pic" sz="quarter" idx="10"/>
          </p:nvPr>
        </p:nvSpPr>
        <p:spPr>
          <a:xfrm>
            <a:off x="0" y="1163638"/>
            <a:ext cx="12192000" cy="5694362"/>
          </a:xfrm>
          <a:prstGeom prst="rect">
            <a:avLst/>
          </a:prstGeom>
        </p:spPr>
        <p:txBody>
          <a:bodyPr/>
          <a:lstStyle/>
          <a:p>
            <a:r>
              <a:rPr lang="en-US" dirty="0"/>
              <a:t>Click icon to add picture</a:t>
            </a:r>
          </a:p>
        </p:txBody>
      </p:sp>
      <p:sp>
        <p:nvSpPr>
          <p:cNvPr id="9" name="Titre 1">
            <a:extLst>
              <a:ext uri="{FF2B5EF4-FFF2-40B4-BE49-F238E27FC236}">
                <a16:creationId xmlns:a16="http://schemas.microsoft.com/office/drawing/2014/main" id="{B25B8D23-EBCC-42C3-B6E5-754CF42CC0C7}"/>
              </a:ext>
            </a:extLst>
          </p:cNvPr>
          <p:cNvSpPr>
            <a:spLocks noGrp="1"/>
          </p:cNvSpPr>
          <p:nvPr>
            <p:ph type="ctrTitle"/>
          </p:nvPr>
        </p:nvSpPr>
        <p:spPr>
          <a:xfrm>
            <a:off x="469641" y="2781300"/>
            <a:ext cx="4940559" cy="2209800"/>
          </a:xfrm>
          <a:prstGeom prst="rect">
            <a:avLst/>
          </a:prstGeom>
          <a:solidFill>
            <a:schemeClr val="bg2"/>
          </a:solidFill>
        </p:spPr>
        <p:txBody>
          <a:bodyPr lIns="360000" tIns="360000" rIns="360000" bIns="360000" anchor="ctr"/>
          <a:lstStyle>
            <a:lvl1pPr algn="l">
              <a:defRPr sz="5000">
                <a:solidFill>
                  <a:schemeClr val="bg1"/>
                </a:solidFill>
              </a:defRPr>
            </a:lvl1pPr>
          </a:lstStyle>
          <a:p>
            <a:r>
              <a:rPr lang="en-US"/>
              <a:t>Click to edit Master title style</a:t>
            </a:r>
            <a:endParaRPr lang="en-US" dirty="0"/>
          </a:p>
        </p:txBody>
      </p:sp>
      <p:sp>
        <p:nvSpPr>
          <p:cNvPr id="10" name="Sous-titre 2">
            <a:extLst>
              <a:ext uri="{FF2B5EF4-FFF2-40B4-BE49-F238E27FC236}">
                <a16:creationId xmlns:a16="http://schemas.microsoft.com/office/drawing/2014/main" id="{365E2AF0-1E25-4CAA-930E-55C1C448AD06}"/>
              </a:ext>
            </a:extLst>
          </p:cNvPr>
          <p:cNvSpPr>
            <a:spLocks noGrp="1"/>
          </p:cNvSpPr>
          <p:nvPr>
            <p:ph type="subTitle" idx="1"/>
          </p:nvPr>
        </p:nvSpPr>
        <p:spPr>
          <a:xfrm>
            <a:off x="469641" y="4992174"/>
            <a:ext cx="4940559" cy="1439210"/>
          </a:xfrm>
          <a:prstGeom prst="rect">
            <a:avLst/>
          </a:prstGeom>
          <a:solidFill>
            <a:schemeClr val="bg2"/>
          </a:solidFill>
        </p:spPr>
        <p:txBody>
          <a:bodyPr lIns="360000" tIns="360000" rIns="360000" bIns="360000" anchor="t"/>
          <a:lstStyle>
            <a:lvl1pPr marL="0" indent="0" algn="l">
              <a:buNone/>
              <a:defRPr sz="240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pic>
        <p:nvPicPr>
          <p:cNvPr id="13" name="Image 12">
            <a:extLst>
              <a:ext uri="{FF2B5EF4-FFF2-40B4-BE49-F238E27FC236}">
                <a16:creationId xmlns:a16="http://schemas.microsoft.com/office/drawing/2014/main" id="{28DB4542-6795-46FA-8206-77BFA8E9F808}"/>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257888" y="112452"/>
            <a:ext cx="4530010" cy="1013184"/>
          </a:xfrm>
          <a:prstGeom prst="rect">
            <a:avLst/>
          </a:prstGeom>
        </p:spPr>
      </p:pic>
    </p:spTree>
    <p:extLst>
      <p:ext uri="{BB962C8B-B14F-4D97-AF65-F5344CB8AC3E}">
        <p14:creationId xmlns:p14="http://schemas.microsoft.com/office/powerpoint/2010/main" val="192829431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Content - Sommaire">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60BF02C0-59AF-4611-9B8C-7D137DCF5DCB}"/>
              </a:ext>
            </a:extLst>
          </p:cNvPr>
          <p:cNvSpPr>
            <a:spLocks noGrp="1"/>
          </p:cNvSpPr>
          <p:nvPr>
            <p:ph type="title"/>
          </p:nvPr>
        </p:nvSpPr>
        <p:spPr>
          <a:xfrm>
            <a:off x="596900" y="971806"/>
            <a:ext cx="2923367" cy="1876169"/>
          </a:xfrm>
          <a:prstGeom prst="rect">
            <a:avLst/>
          </a:prstGeom>
          <a:noFill/>
        </p:spPr>
        <p:txBody>
          <a:bodyPr lIns="216000" tIns="36000" rIns="216000" bIns="180000"/>
          <a:lstStyle>
            <a:lvl1pPr>
              <a:defRPr sz="4000">
                <a:solidFill>
                  <a:schemeClr val="tx1"/>
                </a:solidFill>
              </a:defRPr>
            </a:lvl1pPr>
          </a:lstStyle>
          <a:p>
            <a:r>
              <a:rPr lang="en-US"/>
              <a:t>Click to edit Master title style</a:t>
            </a:r>
            <a:endParaRPr lang="en-US" dirty="0"/>
          </a:p>
        </p:txBody>
      </p:sp>
      <p:sp>
        <p:nvSpPr>
          <p:cNvPr id="3" name="Espace réservé du contenu 2">
            <a:extLst>
              <a:ext uri="{FF2B5EF4-FFF2-40B4-BE49-F238E27FC236}">
                <a16:creationId xmlns:a16="http://schemas.microsoft.com/office/drawing/2014/main" id="{8FDEA4E8-6294-44D3-B0D9-41A923625968}"/>
              </a:ext>
            </a:extLst>
          </p:cNvPr>
          <p:cNvSpPr>
            <a:spLocks noGrp="1"/>
          </p:cNvSpPr>
          <p:nvPr>
            <p:ph idx="1"/>
          </p:nvPr>
        </p:nvSpPr>
        <p:spPr>
          <a:xfrm>
            <a:off x="3743325" y="971809"/>
            <a:ext cx="8133693" cy="5205153"/>
          </a:xfrm>
          <a:prstGeom prst="rect">
            <a:avLst/>
          </a:prstGeom>
        </p:spPr>
        <p:txBody>
          <a:bodyPr lIns="180000" tIns="180000" rIns="180000" bIns="180000" numCol="2" spcCol="720000"/>
          <a:lstStyle>
            <a:lvl1pPr marL="514350" indent="-514350">
              <a:spcAft>
                <a:spcPts val="1200"/>
              </a:spcAft>
              <a:buClr>
                <a:schemeClr val="bg2"/>
              </a:buClr>
              <a:buSzPct val="105000"/>
              <a:buFont typeface="+mj-lt"/>
              <a:buAutoNum type="arabicPeriod"/>
              <a:defRPr sz="2400"/>
            </a:lvl1pPr>
            <a:lvl2pPr marL="914400" indent="-252000">
              <a:spcAft>
                <a:spcPts val="1200"/>
              </a:spcAft>
              <a:buClrTx/>
              <a:buSzPct val="105000"/>
              <a:buFont typeface="Arial" panose="020B0604020202020204" pitchFamily="34" charset="0"/>
              <a:buChar char="•"/>
              <a:defRPr sz="2000"/>
            </a:lvl2pPr>
            <a:lvl3pPr marL="1371600" indent="-252000">
              <a:spcAft>
                <a:spcPts val="1200"/>
              </a:spcAft>
              <a:buClrTx/>
              <a:buSzPct val="105000"/>
              <a:buFont typeface="Arial" panose="020B0604020202020204" pitchFamily="34" charset="0"/>
              <a:buChar char="•"/>
              <a:defRPr sz="1800"/>
            </a:lvl3pPr>
            <a:lvl4pPr marL="1714500" indent="-252000">
              <a:spcAft>
                <a:spcPts val="1200"/>
              </a:spcAft>
              <a:buClrTx/>
              <a:buSzPct val="105000"/>
              <a:buFont typeface="Arial" panose="020B0604020202020204" pitchFamily="34" charset="0"/>
              <a:buChar char="•"/>
              <a:defRPr sz="1600"/>
            </a:lvl4pPr>
            <a:lvl5pPr marL="2171700" indent="-252000">
              <a:spcAft>
                <a:spcPts val="1200"/>
              </a:spcAft>
              <a:buClrTx/>
              <a:buSzPct val="105000"/>
              <a:buFont typeface="Arial" panose="020B0604020202020204" pitchFamily="34" charset="0"/>
              <a:buChar char="•"/>
              <a:defRPr sz="16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pic>
        <p:nvPicPr>
          <p:cNvPr id="8" name="Image 7">
            <a:extLst>
              <a:ext uri="{FF2B5EF4-FFF2-40B4-BE49-F238E27FC236}">
                <a16:creationId xmlns:a16="http://schemas.microsoft.com/office/drawing/2014/main" id="{9728ECB7-DE2C-473F-8CD3-E9567CED8908}"/>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8953501" y="136525"/>
            <a:ext cx="3124197" cy="698759"/>
          </a:xfrm>
          <a:prstGeom prst="rect">
            <a:avLst/>
          </a:prstGeom>
        </p:spPr>
      </p:pic>
      <p:sp>
        <p:nvSpPr>
          <p:cNvPr id="12" name="Rectangle 11">
            <a:extLst>
              <a:ext uri="{FF2B5EF4-FFF2-40B4-BE49-F238E27FC236}">
                <a16:creationId xmlns:a16="http://schemas.microsoft.com/office/drawing/2014/main" id="{74DBB548-FC81-4391-BD42-278C025F5132}"/>
              </a:ext>
            </a:extLst>
          </p:cNvPr>
          <p:cNvSpPr/>
          <p:nvPr userDrawn="1"/>
        </p:nvSpPr>
        <p:spPr>
          <a:xfrm>
            <a:off x="0" y="971807"/>
            <a:ext cx="419100" cy="5205153"/>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4" name="Espace réservé pour une image  13">
            <a:extLst>
              <a:ext uri="{FF2B5EF4-FFF2-40B4-BE49-F238E27FC236}">
                <a16:creationId xmlns:a16="http://schemas.microsoft.com/office/drawing/2014/main" id="{7AA6D22C-9BA0-48C0-A8F1-64E2B33D5D69}"/>
              </a:ext>
            </a:extLst>
          </p:cNvPr>
          <p:cNvSpPr>
            <a:spLocks noGrp="1"/>
          </p:cNvSpPr>
          <p:nvPr>
            <p:ph type="pic" sz="quarter" idx="13"/>
          </p:nvPr>
        </p:nvSpPr>
        <p:spPr>
          <a:xfrm>
            <a:off x="596900" y="2959100"/>
            <a:ext cx="2946400" cy="3217862"/>
          </a:xfrm>
          <a:prstGeom prst="rect">
            <a:avLst/>
          </a:prstGeom>
        </p:spPr>
        <p:txBody>
          <a:bodyPr/>
          <a:lstStyle/>
          <a:p>
            <a:r>
              <a:rPr lang="en-US" dirty="0"/>
              <a:t>Click icon to add picture</a:t>
            </a:r>
          </a:p>
        </p:txBody>
      </p:sp>
      <p:sp>
        <p:nvSpPr>
          <p:cNvPr id="15" name="Espace réservé du numéro de diapositive 5">
            <a:extLst>
              <a:ext uri="{FF2B5EF4-FFF2-40B4-BE49-F238E27FC236}">
                <a16:creationId xmlns:a16="http://schemas.microsoft.com/office/drawing/2014/main" id="{DDBA5D20-298E-44EA-B2F2-D16845013565}"/>
              </a:ext>
            </a:extLst>
          </p:cNvPr>
          <p:cNvSpPr>
            <a:spLocks noGrp="1"/>
          </p:cNvSpPr>
          <p:nvPr>
            <p:ph type="sldNum" sz="quarter" idx="12"/>
          </p:nvPr>
        </p:nvSpPr>
        <p:spPr>
          <a:xfrm>
            <a:off x="11290852" y="6419850"/>
            <a:ext cx="685918" cy="365125"/>
          </a:xfrm>
          <a:prstGeom prst="rect">
            <a:avLst/>
          </a:prstGeom>
        </p:spPr>
        <p:txBody>
          <a:bodyPr anchor="b"/>
          <a:lstStyle>
            <a:lvl1pPr algn="r">
              <a:defRPr sz="1050"/>
            </a:lvl1pPr>
          </a:lstStyle>
          <a:p>
            <a:fld id="{D6E8EC4C-53D7-454A-9D22-8E1E154A4606}" type="slidenum">
              <a:rPr lang="en-US" sz="1400" b="1" smtClean="0">
                <a:solidFill>
                  <a:schemeClr val="accent1"/>
                </a:solidFill>
                <a:latin typeface="+mj-lt"/>
              </a:rPr>
              <a:pPr/>
              <a:t>‹#›</a:t>
            </a:fld>
            <a:endParaRPr lang="en-US" sz="1400" b="1" dirty="0">
              <a:solidFill>
                <a:schemeClr val="accent1"/>
              </a:solidFill>
              <a:latin typeface="+mj-lt"/>
            </a:endParaRPr>
          </a:p>
        </p:txBody>
      </p:sp>
      <p:sp>
        <p:nvSpPr>
          <p:cNvPr id="4" name="Espace réservé du numéro de diapositive 5">
            <a:extLst>
              <a:ext uri="{FF2B5EF4-FFF2-40B4-BE49-F238E27FC236}">
                <a16:creationId xmlns:a16="http://schemas.microsoft.com/office/drawing/2014/main" id="{049E73B9-2A1B-E689-E27F-03DE9880FB93}"/>
              </a:ext>
            </a:extLst>
          </p:cNvPr>
          <p:cNvSpPr txBox="1">
            <a:spLocks/>
          </p:cNvSpPr>
          <p:nvPr userDrawn="1"/>
        </p:nvSpPr>
        <p:spPr>
          <a:xfrm>
            <a:off x="5609645" y="6419850"/>
            <a:ext cx="5680304" cy="365125"/>
          </a:xfrm>
          <a:prstGeom prst="rect">
            <a:avLst/>
          </a:prstGeom>
        </p:spPr>
        <p:txBody>
          <a:bodyPr anchor="b"/>
          <a:lstStyle>
            <a:defPPr>
              <a:defRPr lang="en-US"/>
            </a:defPPr>
            <a:lvl1pPr marL="0" algn="r" defTabSz="914400" rtl="0" eaLnBrk="1" latinLnBrk="0" hangingPunct="1">
              <a:defRPr sz="105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sz="1000" dirty="0">
                <a:cs typeface="Calibri Light" panose="020F0302020204030204" pitchFamily="34" charset="0"/>
              </a:rPr>
              <a:t>© Mitsubishi HC Capital Canada 2025. Tous droits réservés. All rights reserved.</a:t>
            </a:r>
            <a:endParaRPr lang="en-US" sz="1000" b="1" dirty="0">
              <a:solidFill>
                <a:schemeClr val="accent1"/>
              </a:solidFill>
              <a:latin typeface="+mj-lt"/>
            </a:endParaRPr>
          </a:p>
        </p:txBody>
      </p:sp>
    </p:spTree>
    <p:extLst>
      <p:ext uri="{BB962C8B-B14F-4D97-AF65-F5344CB8AC3E}">
        <p14:creationId xmlns:p14="http://schemas.microsoft.com/office/powerpoint/2010/main" val="189159843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Section divider - Division de section">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76CC992D-C247-C750-05C9-EFF296289127}"/>
              </a:ext>
            </a:extLst>
          </p:cNvPr>
          <p:cNvSpPr/>
          <p:nvPr userDrawn="1"/>
        </p:nvSpPr>
        <p:spPr>
          <a:xfrm>
            <a:off x="441385" y="401129"/>
            <a:ext cx="11309230" cy="6055743"/>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CA" dirty="0"/>
          </a:p>
        </p:txBody>
      </p:sp>
      <p:pic>
        <p:nvPicPr>
          <p:cNvPr id="5" name="Graphique 4">
            <a:extLst>
              <a:ext uri="{FF2B5EF4-FFF2-40B4-BE49-F238E27FC236}">
                <a16:creationId xmlns:a16="http://schemas.microsoft.com/office/drawing/2014/main" id="{3D264B0F-C016-5FDF-0169-2798BC11110D}"/>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2415397" y="2126232"/>
            <a:ext cx="2545571" cy="2545571"/>
          </a:xfrm>
          <a:prstGeom prst="rect">
            <a:avLst/>
          </a:prstGeom>
        </p:spPr>
      </p:pic>
      <p:sp>
        <p:nvSpPr>
          <p:cNvPr id="2" name="Titre 1">
            <a:extLst>
              <a:ext uri="{FF2B5EF4-FFF2-40B4-BE49-F238E27FC236}">
                <a16:creationId xmlns:a16="http://schemas.microsoft.com/office/drawing/2014/main" id="{E7FE1B4D-9FA7-4B11-8631-A5122CA79108}"/>
              </a:ext>
            </a:extLst>
          </p:cNvPr>
          <p:cNvSpPr>
            <a:spLocks noGrp="1"/>
          </p:cNvSpPr>
          <p:nvPr>
            <p:ph type="title" hasCustomPrompt="1"/>
          </p:nvPr>
        </p:nvSpPr>
        <p:spPr>
          <a:xfrm>
            <a:off x="2771974" y="2846535"/>
            <a:ext cx="1833273" cy="1183154"/>
          </a:xfrm>
          <a:prstGeom prst="rect">
            <a:avLst/>
          </a:prstGeom>
        </p:spPr>
        <p:txBody>
          <a:bodyPr anchor="ctr"/>
          <a:lstStyle>
            <a:lvl1pPr algn="ctr">
              <a:defRPr sz="11000">
                <a:solidFill>
                  <a:schemeClr val="tx1"/>
                </a:solidFill>
              </a:defRPr>
            </a:lvl1pPr>
          </a:lstStyle>
          <a:p>
            <a:r>
              <a:rPr lang="fr-FR" dirty="0"/>
              <a:t>01</a:t>
            </a:r>
            <a:endParaRPr lang="en-US" dirty="0"/>
          </a:p>
        </p:txBody>
      </p:sp>
      <p:sp>
        <p:nvSpPr>
          <p:cNvPr id="3" name="Espace réservé du texte 2">
            <a:extLst>
              <a:ext uri="{FF2B5EF4-FFF2-40B4-BE49-F238E27FC236}">
                <a16:creationId xmlns:a16="http://schemas.microsoft.com/office/drawing/2014/main" id="{1A332E7E-8ED5-4B81-85F7-05415889C471}"/>
              </a:ext>
            </a:extLst>
          </p:cNvPr>
          <p:cNvSpPr>
            <a:spLocks noGrp="1"/>
          </p:cNvSpPr>
          <p:nvPr>
            <p:ph type="body" idx="1"/>
          </p:nvPr>
        </p:nvSpPr>
        <p:spPr>
          <a:xfrm>
            <a:off x="5546785" y="2044460"/>
            <a:ext cx="4349472" cy="2760453"/>
          </a:xfrm>
          <a:prstGeom prst="rect">
            <a:avLst/>
          </a:prstGeom>
        </p:spPr>
        <p:txBody>
          <a:bodyPr anchor="b"/>
          <a:lstStyle>
            <a:lvl1pPr marL="0" indent="0">
              <a:buNone/>
              <a:defRPr sz="3600">
                <a:solidFill>
                  <a:schemeClr val="tx1"/>
                </a:solidFill>
                <a:latin typeface="+mj-lt"/>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pic>
        <p:nvPicPr>
          <p:cNvPr id="8" name="Picture 7">
            <a:extLst>
              <a:ext uri="{FF2B5EF4-FFF2-40B4-BE49-F238E27FC236}">
                <a16:creationId xmlns:a16="http://schemas.microsoft.com/office/drawing/2014/main" id="{24A14505-A5C0-4E4B-A2CE-FDBF0C0E09A8}"/>
              </a:ext>
            </a:extLst>
          </p:cNvPr>
          <p:cNvPicPr>
            <a:picLocks noChangeAspect="1"/>
          </p:cNvPicPr>
          <p:nvPr userDrawn="1"/>
        </p:nvPicPr>
        <p:blipFill>
          <a:blip r:embed="rId4">
            <a:extLst>
              <a:ext uri="{28A0092B-C50C-407E-A947-70E740481C1C}">
                <a14:useLocalDpi xmlns:a14="http://schemas.microsoft.com/office/drawing/2010/main" val="0"/>
              </a:ext>
            </a:extLst>
          </a:blip>
          <a:srcRect/>
          <a:stretch/>
        </p:blipFill>
        <p:spPr>
          <a:xfrm>
            <a:off x="573971" y="540181"/>
            <a:ext cx="2444542" cy="546747"/>
          </a:xfrm>
          <a:prstGeom prst="rect">
            <a:avLst/>
          </a:prstGeom>
        </p:spPr>
      </p:pic>
    </p:spTree>
    <p:extLst>
      <p:ext uri="{BB962C8B-B14F-4D97-AF65-F5344CB8AC3E}">
        <p14:creationId xmlns:p14="http://schemas.microsoft.com/office/powerpoint/2010/main" val="263911683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5_Section divider - Division de section">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76CC992D-C247-C750-05C9-EFF296289127}"/>
              </a:ext>
            </a:extLst>
          </p:cNvPr>
          <p:cNvSpPr/>
          <p:nvPr userDrawn="1"/>
        </p:nvSpPr>
        <p:spPr>
          <a:xfrm>
            <a:off x="441385" y="401129"/>
            <a:ext cx="11309230" cy="6055743"/>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CA" dirty="0"/>
          </a:p>
        </p:txBody>
      </p:sp>
      <p:grpSp>
        <p:nvGrpSpPr>
          <p:cNvPr id="12" name="Groupe 11">
            <a:extLst>
              <a:ext uri="{FF2B5EF4-FFF2-40B4-BE49-F238E27FC236}">
                <a16:creationId xmlns:a16="http://schemas.microsoft.com/office/drawing/2014/main" id="{B6E8D808-F876-E6F2-2CA2-02351DAF9E05}"/>
              </a:ext>
            </a:extLst>
          </p:cNvPr>
          <p:cNvGrpSpPr/>
          <p:nvPr userDrawn="1"/>
        </p:nvGrpSpPr>
        <p:grpSpPr>
          <a:xfrm>
            <a:off x="2415397" y="2126232"/>
            <a:ext cx="2547645" cy="2547645"/>
            <a:chOff x="2415397" y="2126232"/>
            <a:chExt cx="2547645" cy="2547645"/>
          </a:xfrm>
          <a:solidFill>
            <a:schemeClr val="accent5">
              <a:lumMod val="75000"/>
            </a:schemeClr>
          </a:solidFill>
        </p:grpSpPr>
        <p:sp>
          <p:nvSpPr>
            <p:cNvPr id="7" name="Forme libre : forme 6">
              <a:extLst>
                <a:ext uri="{FF2B5EF4-FFF2-40B4-BE49-F238E27FC236}">
                  <a16:creationId xmlns:a16="http://schemas.microsoft.com/office/drawing/2014/main" id="{3B02BEE6-56BF-0D7C-11A2-86DE2FD85E30}"/>
                </a:ext>
              </a:extLst>
            </p:cNvPr>
            <p:cNvSpPr/>
            <p:nvPr/>
          </p:nvSpPr>
          <p:spPr>
            <a:xfrm>
              <a:off x="2415397" y="2126232"/>
              <a:ext cx="788573" cy="788573"/>
            </a:xfrm>
            <a:custGeom>
              <a:avLst/>
              <a:gdLst>
                <a:gd name="connsiteX0" fmla="*/ 145540 w 788573"/>
                <a:gd name="connsiteY0" fmla="*/ 788574 h 788573"/>
                <a:gd name="connsiteX1" fmla="*/ 145540 w 788573"/>
                <a:gd name="connsiteY1" fmla="*/ 365096 h 788573"/>
                <a:gd name="connsiteX2" fmla="*/ 365096 w 788573"/>
                <a:gd name="connsiteY2" fmla="*/ 145540 h 788573"/>
                <a:gd name="connsiteX3" fmla="*/ 788574 w 788573"/>
                <a:gd name="connsiteY3" fmla="*/ 145540 h 788573"/>
                <a:gd name="connsiteX4" fmla="*/ 788574 w 788573"/>
                <a:gd name="connsiteY4" fmla="*/ 0 h 788573"/>
                <a:gd name="connsiteX5" fmla="*/ 365096 w 788573"/>
                <a:gd name="connsiteY5" fmla="*/ 0 h 788573"/>
                <a:gd name="connsiteX6" fmla="*/ 0 w 788573"/>
                <a:gd name="connsiteY6" fmla="*/ 365096 h 788573"/>
                <a:gd name="connsiteX7" fmla="*/ 0 w 788573"/>
                <a:gd name="connsiteY7" fmla="*/ 788574 h 788573"/>
                <a:gd name="connsiteX8" fmla="*/ 145540 w 788573"/>
                <a:gd name="connsiteY8" fmla="*/ 788574 h 78857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788573" h="788573">
                  <a:moveTo>
                    <a:pt x="145540" y="788574"/>
                  </a:moveTo>
                  <a:lnTo>
                    <a:pt x="145540" y="365096"/>
                  </a:lnTo>
                  <a:cubicBezTo>
                    <a:pt x="145540" y="244043"/>
                    <a:pt x="244043" y="145540"/>
                    <a:pt x="365096" y="145540"/>
                  </a:cubicBezTo>
                  <a:lnTo>
                    <a:pt x="788574" y="145540"/>
                  </a:lnTo>
                  <a:lnTo>
                    <a:pt x="788574" y="0"/>
                  </a:lnTo>
                  <a:lnTo>
                    <a:pt x="365096" y="0"/>
                  </a:lnTo>
                  <a:cubicBezTo>
                    <a:pt x="163802" y="0"/>
                    <a:pt x="0" y="163802"/>
                    <a:pt x="0" y="365096"/>
                  </a:cubicBezTo>
                  <a:lnTo>
                    <a:pt x="0" y="788574"/>
                  </a:lnTo>
                  <a:lnTo>
                    <a:pt x="145540" y="788574"/>
                  </a:lnTo>
                  <a:close/>
                </a:path>
              </a:pathLst>
            </a:custGeom>
            <a:grpFill/>
            <a:ln w="13822" cap="flat">
              <a:noFill/>
              <a:prstDash val="solid"/>
              <a:miter/>
            </a:ln>
          </p:spPr>
          <p:txBody>
            <a:bodyPr rtlCol="0" anchor="ctr"/>
            <a:lstStyle/>
            <a:p>
              <a:endParaRPr lang="fr-CA" dirty="0"/>
            </a:p>
          </p:txBody>
        </p:sp>
        <p:sp>
          <p:nvSpPr>
            <p:cNvPr id="9" name="Forme libre : forme 8">
              <a:extLst>
                <a:ext uri="{FF2B5EF4-FFF2-40B4-BE49-F238E27FC236}">
                  <a16:creationId xmlns:a16="http://schemas.microsoft.com/office/drawing/2014/main" id="{A2842C79-9BEB-C12F-BF07-ED922CB51810}"/>
                </a:ext>
              </a:extLst>
            </p:cNvPr>
            <p:cNvSpPr/>
            <p:nvPr/>
          </p:nvSpPr>
          <p:spPr>
            <a:xfrm>
              <a:off x="4174469" y="2126232"/>
              <a:ext cx="788573" cy="788573"/>
            </a:xfrm>
            <a:custGeom>
              <a:avLst/>
              <a:gdLst>
                <a:gd name="connsiteX0" fmla="*/ 0 w 788573"/>
                <a:gd name="connsiteY0" fmla="*/ 145540 h 788573"/>
                <a:gd name="connsiteX1" fmla="*/ 423478 w 788573"/>
                <a:gd name="connsiteY1" fmla="*/ 145540 h 788573"/>
                <a:gd name="connsiteX2" fmla="*/ 643033 w 788573"/>
                <a:gd name="connsiteY2" fmla="*/ 365096 h 788573"/>
                <a:gd name="connsiteX3" fmla="*/ 643033 w 788573"/>
                <a:gd name="connsiteY3" fmla="*/ 788574 h 788573"/>
                <a:gd name="connsiteX4" fmla="*/ 788574 w 788573"/>
                <a:gd name="connsiteY4" fmla="*/ 788574 h 788573"/>
                <a:gd name="connsiteX5" fmla="*/ 788574 w 788573"/>
                <a:gd name="connsiteY5" fmla="*/ 365096 h 788573"/>
                <a:gd name="connsiteX6" fmla="*/ 423478 w 788573"/>
                <a:gd name="connsiteY6" fmla="*/ 0 h 788573"/>
                <a:gd name="connsiteX7" fmla="*/ 0 w 788573"/>
                <a:gd name="connsiteY7" fmla="*/ 0 h 788573"/>
                <a:gd name="connsiteX8" fmla="*/ 0 w 788573"/>
                <a:gd name="connsiteY8" fmla="*/ 145540 h 78857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788573" h="788573">
                  <a:moveTo>
                    <a:pt x="0" y="145540"/>
                  </a:moveTo>
                  <a:lnTo>
                    <a:pt x="423478" y="145540"/>
                  </a:lnTo>
                  <a:cubicBezTo>
                    <a:pt x="544531" y="145540"/>
                    <a:pt x="643033" y="244043"/>
                    <a:pt x="643033" y="365096"/>
                  </a:cubicBezTo>
                  <a:lnTo>
                    <a:pt x="643033" y="788574"/>
                  </a:lnTo>
                  <a:lnTo>
                    <a:pt x="788574" y="788574"/>
                  </a:lnTo>
                  <a:lnTo>
                    <a:pt x="788574" y="365096"/>
                  </a:lnTo>
                  <a:cubicBezTo>
                    <a:pt x="788574" y="163802"/>
                    <a:pt x="624772" y="0"/>
                    <a:pt x="423478" y="0"/>
                  </a:cubicBezTo>
                  <a:lnTo>
                    <a:pt x="0" y="0"/>
                  </a:lnTo>
                  <a:lnTo>
                    <a:pt x="0" y="145540"/>
                  </a:lnTo>
                  <a:close/>
                </a:path>
              </a:pathLst>
            </a:custGeom>
            <a:grpFill/>
            <a:ln w="13822" cap="flat">
              <a:noFill/>
              <a:prstDash val="solid"/>
              <a:miter/>
            </a:ln>
          </p:spPr>
          <p:txBody>
            <a:bodyPr rtlCol="0" anchor="ctr"/>
            <a:lstStyle/>
            <a:p>
              <a:endParaRPr lang="fr-CA" dirty="0"/>
            </a:p>
          </p:txBody>
        </p:sp>
        <p:sp>
          <p:nvSpPr>
            <p:cNvPr id="10" name="Forme libre : forme 9">
              <a:extLst>
                <a:ext uri="{FF2B5EF4-FFF2-40B4-BE49-F238E27FC236}">
                  <a16:creationId xmlns:a16="http://schemas.microsoft.com/office/drawing/2014/main" id="{C1616797-23BD-7F2D-33CE-2AC445AF65D0}"/>
                </a:ext>
              </a:extLst>
            </p:cNvPr>
            <p:cNvSpPr/>
            <p:nvPr/>
          </p:nvSpPr>
          <p:spPr>
            <a:xfrm>
              <a:off x="2415397" y="3885166"/>
              <a:ext cx="788573" cy="788573"/>
            </a:xfrm>
            <a:custGeom>
              <a:avLst/>
              <a:gdLst>
                <a:gd name="connsiteX0" fmla="*/ 788574 w 788573"/>
                <a:gd name="connsiteY0" fmla="*/ 643033 h 788573"/>
                <a:gd name="connsiteX1" fmla="*/ 365096 w 788573"/>
                <a:gd name="connsiteY1" fmla="*/ 643033 h 788573"/>
                <a:gd name="connsiteX2" fmla="*/ 145540 w 788573"/>
                <a:gd name="connsiteY2" fmla="*/ 423478 h 788573"/>
                <a:gd name="connsiteX3" fmla="*/ 145540 w 788573"/>
                <a:gd name="connsiteY3" fmla="*/ 0 h 788573"/>
                <a:gd name="connsiteX4" fmla="*/ 0 w 788573"/>
                <a:gd name="connsiteY4" fmla="*/ 0 h 788573"/>
                <a:gd name="connsiteX5" fmla="*/ 0 w 788573"/>
                <a:gd name="connsiteY5" fmla="*/ 423478 h 788573"/>
                <a:gd name="connsiteX6" fmla="*/ 365096 w 788573"/>
                <a:gd name="connsiteY6" fmla="*/ 788574 h 788573"/>
                <a:gd name="connsiteX7" fmla="*/ 788574 w 788573"/>
                <a:gd name="connsiteY7" fmla="*/ 788574 h 788573"/>
                <a:gd name="connsiteX8" fmla="*/ 788574 w 788573"/>
                <a:gd name="connsiteY8" fmla="*/ 643033 h 78857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788573" h="788573">
                  <a:moveTo>
                    <a:pt x="788574" y="643033"/>
                  </a:moveTo>
                  <a:lnTo>
                    <a:pt x="365096" y="643033"/>
                  </a:lnTo>
                  <a:cubicBezTo>
                    <a:pt x="244043" y="643033"/>
                    <a:pt x="145540" y="544531"/>
                    <a:pt x="145540" y="423478"/>
                  </a:cubicBezTo>
                  <a:lnTo>
                    <a:pt x="145540" y="0"/>
                  </a:lnTo>
                  <a:lnTo>
                    <a:pt x="0" y="0"/>
                  </a:lnTo>
                  <a:lnTo>
                    <a:pt x="0" y="423478"/>
                  </a:lnTo>
                  <a:cubicBezTo>
                    <a:pt x="0" y="624772"/>
                    <a:pt x="163802" y="788574"/>
                    <a:pt x="365096" y="788574"/>
                  </a:cubicBezTo>
                  <a:lnTo>
                    <a:pt x="788574" y="788574"/>
                  </a:lnTo>
                  <a:lnTo>
                    <a:pt x="788574" y="643033"/>
                  </a:lnTo>
                  <a:close/>
                </a:path>
              </a:pathLst>
            </a:custGeom>
            <a:grpFill/>
            <a:ln w="13822" cap="flat">
              <a:noFill/>
              <a:prstDash val="solid"/>
              <a:miter/>
            </a:ln>
          </p:spPr>
          <p:txBody>
            <a:bodyPr rtlCol="0" anchor="ctr"/>
            <a:lstStyle/>
            <a:p>
              <a:endParaRPr lang="fr-CA" dirty="0"/>
            </a:p>
          </p:txBody>
        </p:sp>
        <p:sp>
          <p:nvSpPr>
            <p:cNvPr id="11" name="Forme libre : forme 10">
              <a:extLst>
                <a:ext uri="{FF2B5EF4-FFF2-40B4-BE49-F238E27FC236}">
                  <a16:creationId xmlns:a16="http://schemas.microsoft.com/office/drawing/2014/main" id="{FBC0DB22-AB58-2AD4-375C-DBA22CA5019B}"/>
                </a:ext>
              </a:extLst>
            </p:cNvPr>
            <p:cNvSpPr/>
            <p:nvPr/>
          </p:nvSpPr>
          <p:spPr>
            <a:xfrm>
              <a:off x="4174331" y="3885304"/>
              <a:ext cx="788573" cy="788573"/>
            </a:xfrm>
            <a:custGeom>
              <a:avLst/>
              <a:gdLst>
                <a:gd name="connsiteX0" fmla="*/ 643033 w 788573"/>
                <a:gd name="connsiteY0" fmla="*/ 0 h 788573"/>
                <a:gd name="connsiteX1" fmla="*/ 643033 w 788573"/>
                <a:gd name="connsiteY1" fmla="*/ 423478 h 788573"/>
                <a:gd name="connsiteX2" fmla="*/ 423478 w 788573"/>
                <a:gd name="connsiteY2" fmla="*/ 643033 h 788573"/>
                <a:gd name="connsiteX3" fmla="*/ 0 w 788573"/>
                <a:gd name="connsiteY3" fmla="*/ 643033 h 788573"/>
                <a:gd name="connsiteX4" fmla="*/ 0 w 788573"/>
                <a:gd name="connsiteY4" fmla="*/ 788574 h 788573"/>
                <a:gd name="connsiteX5" fmla="*/ 423478 w 788573"/>
                <a:gd name="connsiteY5" fmla="*/ 788574 h 788573"/>
                <a:gd name="connsiteX6" fmla="*/ 788574 w 788573"/>
                <a:gd name="connsiteY6" fmla="*/ 423478 h 788573"/>
                <a:gd name="connsiteX7" fmla="*/ 788574 w 788573"/>
                <a:gd name="connsiteY7" fmla="*/ 0 h 788573"/>
                <a:gd name="connsiteX8" fmla="*/ 643033 w 788573"/>
                <a:gd name="connsiteY8" fmla="*/ 0 h 78857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788573" h="788573">
                  <a:moveTo>
                    <a:pt x="643033" y="0"/>
                  </a:moveTo>
                  <a:lnTo>
                    <a:pt x="643033" y="423478"/>
                  </a:lnTo>
                  <a:cubicBezTo>
                    <a:pt x="643033" y="544531"/>
                    <a:pt x="544531" y="643033"/>
                    <a:pt x="423478" y="643033"/>
                  </a:cubicBezTo>
                  <a:lnTo>
                    <a:pt x="0" y="643033"/>
                  </a:lnTo>
                  <a:lnTo>
                    <a:pt x="0" y="788574"/>
                  </a:lnTo>
                  <a:lnTo>
                    <a:pt x="423478" y="788574"/>
                  </a:lnTo>
                  <a:cubicBezTo>
                    <a:pt x="624772" y="788574"/>
                    <a:pt x="788574" y="624772"/>
                    <a:pt x="788574" y="423478"/>
                  </a:cubicBezTo>
                  <a:lnTo>
                    <a:pt x="788574" y="0"/>
                  </a:lnTo>
                  <a:lnTo>
                    <a:pt x="643033" y="0"/>
                  </a:lnTo>
                  <a:close/>
                </a:path>
              </a:pathLst>
            </a:custGeom>
            <a:grpFill/>
            <a:ln w="13822" cap="flat">
              <a:noFill/>
              <a:prstDash val="solid"/>
              <a:miter/>
            </a:ln>
          </p:spPr>
          <p:txBody>
            <a:bodyPr rtlCol="0" anchor="ctr"/>
            <a:lstStyle/>
            <a:p>
              <a:endParaRPr lang="fr-CA" dirty="0"/>
            </a:p>
          </p:txBody>
        </p:sp>
      </p:grpSp>
      <p:sp>
        <p:nvSpPr>
          <p:cNvPr id="2" name="Titre 1">
            <a:extLst>
              <a:ext uri="{FF2B5EF4-FFF2-40B4-BE49-F238E27FC236}">
                <a16:creationId xmlns:a16="http://schemas.microsoft.com/office/drawing/2014/main" id="{E7FE1B4D-9FA7-4B11-8631-A5122CA79108}"/>
              </a:ext>
            </a:extLst>
          </p:cNvPr>
          <p:cNvSpPr>
            <a:spLocks noGrp="1"/>
          </p:cNvSpPr>
          <p:nvPr>
            <p:ph type="title" hasCustomPrompt="1"/>
          </p:nvPr>
        </p:nvSpPr>
        <p:spPr>
          <a:xfrm>
            <a:off x="2771974" y="2846535"/>
            <a:ext cx="1833273" cy="1183154"/>
          </a:xfrm>
          <a:prstGeom prst="rect">
            <a:avLst/>
          </a:prstGeom>
        </p:spPr>
        <p:txBody>
          <a:bodyPr anchor="ctr"/>
          <a:lstStyle>
            <a:lvl1pPr algn="ctr">
              <a:defRPr sz="11000">
                <a:solidFill>
                  <a:schemeClr val="tx1"/>
                </a:solidFill>
              </a:defRPr>
            </a:lvl1pPr>
          </a:lstStyle>
          <a:p>
            <a:r>
              <a:rPr lang="fr-FR" dirty="0"/>
              <a:t>01</a:t>
            </a:r>
            <a:endParaRPr lang="en-US" dirty="0"/>
          </a:p>
        </p:txBody>
      </p:sp>
      <p:sp>
        <p:nvSpPr>
          <p:cNvPr id="3" name="Espace réservé du texte 2">
            <a:extLst>
              <a:ext uri="{FF2B5EF4-FFF2-40B4-BE49-F238E27FC236}">
                <a16:creationId xmlns:a16="http://schemas.microsoft.com/office/drawing/2014/main" id="{1A332E7E-8ED5-4B81-85F7-05415889C471}"/>
              </a:ext>
            </a:extLst>
          </p:cNvPr>
          <p:cNvSpPr>
            <a:spLocks noGrp="1"/>
          </p:cNvSpPr>
          <p:nvPr>
            <p:ph type="body" idx="1"/>
          </p:nvPr>
        </p:nvSpPr>
        <p:spPr>
          <a:xfrm>
            <a:off x="5546785" y="2044460"/>
            <a:ext cx="4349472" cy="2760453"/>
          </a:xfrm>
          <a:prstGeom prst="rect">
            <a:avLst/>
          </a:prstGeom>
        </p:spPr>
        <p:txBody>
          <a:bodyPr anchor="b"/>
          <a:lstStyle>
            <a:lvl1pPr marL="0" indent="0">
              <a:buNone/>
              <a:defRPr sz="3600">
                <a:solidFill>
                  <a:schemeClr val="tx1"/>
                </a:solidFill>
                <a:latin typeface="+mj-lt"/>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pic>
        <p:nvPicPr>
          <p:cNvPr id="8" name="Picture 7">
            <a:extLst>
              <a:ext uri="{FF2B5EF4-FFF2-40B4-BE49-F238E27FC236}">
                <a16:creationId xmlns:a16="http://schemas.microsoft.com/office/drawing/2014/main" id="{24A14505-A5C0-4E4B-A2CE-FDBF0C0E09A8}"/>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573971" y="540181"/>
            <a:ext cx="2444542" cy="546747"/>
          </a:xfrm>
          <a:prstGeom prst="rect">
            <a:avLst/>
          </a:prstGeom>
        </p:spPr>
      </p:pic>
    </p:spTree>
    <p:extLst>
      <p:ext uri="{BB962C8B-B14F-4D97-AF65-F5344CB8AC3E}">
        <p14:creationId xmlns:p14="http://schemas.microsoft.com/office/powerpoint/2010/main" val="212314080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6_Section divider - Division de section">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76CC992D-C247-C750-05C9-EFF296289127}"/>
              </a:ext>
            </a:extLst>
          </p:cNvPr>
          <p:cNvSpPr/>
          <p:nvPr userDrawn="1"/>
        </p:nvSpPr>
        <p:spPr>
          <a:xfrm>
            <a:off x="441385" y="401129"/>
            <a:ext cx="11309230" cy="6055743"/>
          </a:xfrm>
          <a:prstGeom prst="rect">
            <a:avLst/>
          </a:prstGeom>
          <a:solidFill>
            <a:schemeClr val="accent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CA" dirty="0"/>
          </a:p>
        </p:txBody>
      </p:sp>
      <p:grpSp>
        <p:nvGrpSpPr>
          <p:cNvPr id="12" name="Groupe 11">
            <a:extLst>
              <a:ext uri="{FF2B5EF4-FFF2-40B4-BE49-F238E27FC236}">
                <a16:creationId xmlns:a16="http://schemas.microsoft.com/office/drawing/2014/main" id="{B6E8D808-F876-E6F2-2CA2-02351DAF9E05}"/>
              </a:ext>
            </a:extLst>
          </p:cNvPr>
          <p:cNvGrpSpPr/>
          <p:nvPr userDrawn="1"/>
        </p:nvGrpSpPr>
        <p:grpSpPr>
          <a:xfrm>
            <a:off x="2415397" y="2126232"/>
            <a:ext cx="2547645" cy="2547645"/>
            <a:chOff x="2415397" y="2126232"/>
            <a:chExt cx="2547645" cy="2547645"/>
          </a:xfrm>
          <a:solidFill>
            <a:schemeClr val="accent2"/>
          </a:solidFill>
        </p:grpSpPr>
        <p:sp>
          <p:nvSpPr>
            <p:cNvPr id="7" name="Forme libre : forme 6">
              <a:extLst>
                <a:ext uri="{FF2B5EF4-FFF2-40B4-BE49-F238E27FC236}">
                  <a16:creationId xmlns:a16="http://schemas.microsoft.com/office/drawing/2014/main" id="{3B02BEE6-56BF-0D7C-11A2-86DE2FD85E30}"/>
                </a:ext>
              </a:extLst>
            </p:cNvPr>
            <p:cNvSpPr/>
            <p:nvPr/>
          </p:nvSpPr>
          <p:spPr>
            <a:xfrm>
              <a:off x="2415397" y="2126232"/>
              <a:ext cx="788573" cy="788573"/>
            </a:xfrm>
            <a:custGeom>
              <a:avLst/>
              <a:gdLst>
                <a:gd name="connsiteX0" fmla="*/ 145540 w 788573"/>
                <a:gd name="connsiteY0" fmla="*/ 788574 h 788573"/>
                <a:gd name="connsiteX1" fmla="*/ 145540 w 788573"/>
                <a:gd name="connsiteY1" fmla="*/ 365096 h 788573"/>
                <a:gd name="connsiteX2" fmla="*/ 365096 w 788573"/>
                <a:gd name="connsiteY2" fmla="*/ 145540 h 788573"/>
                <a:gd name="connsiteX3" fmla="*/ 788574 w 788573"/>
                <a:gd name="connsiteY3" fmla="*/ 145540 h 788573"/>
                <a:gd name="connsiteX4" fmla="*/ 788574 w 788573"/>
                <a:gd name="connsiteY4" fmla="*/ 0 h 788573"/>
                <a:gd name="connsiteX5" fmla="*/ 365096 w 788573"/>
                <a:gd name="connsiteY5" fmla="*/ 0 h 788573"/>
                <a:gd name="connsiteX6" fmla="*/ 0 w 788573"/>
                <a:gd name="connsiteY6" fmla="*/ 365096 h 788573"/>
                <a:gd name="connsiteX7" fmla="*/ 0 w 788573"/>
                <a:gd name="connsiteY7" fmla="*/ 788574 h 788573"/>
                <a:gd name="connsiteX8" fmla="*/ 145540 w 788573"/>
                <a:gd name="connsiteY8" fmla="*/ 788574 h 78857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788573" h="788573">
                  <a:moveTo>
                    <a:pt x="145540" y="788574"/>
                  </a:moveTo>
                  <a:lnTo>
                    <a:pt x="145540" y="365096"/>
                  </a:lnTo>
                  <a:cubicBezTo>
                    <a:pt x="145540" y="244043"/>
                    <a:pt x="244043" y="145540"/>
                    <a:pt x="365096" y="145540"/>
                  </a:cubicBezTo>
                  <a:lnTo>
                    <a:pt x="788574" y="145540"/>
                  </a:lnTo>
                  <a:lnTo>
                    <a:pt x="788574" y="0"/>
                  </a:lnTo>
                  <a:lnTo>
                    <a:pt x="365096" y="0"/>
                  </a:lnTo>
                  <a:cubicBezTo>
                    <a:pt x="163802" y="0"/>
                    <a:pt x="0" y="163802"/>
                    <a:pt x="0" y="365096"/>
                  </a:cubicBezTo>
                  <a:lnTo>
                    <a:pt x="0" y="788574"/>
                  </a:lnTo>
                  <a:lnTo>
                    <a:pt x="145540" y="788574"/>
                  </a:lnTo>
                  <a:close/>
                </a:path>
              </a:pathLst>
            </a:custGeom>
            <a:grpFill/>
            <a:ln w="13822" cap="flat">
              <a:noFill/>
              <a:prstDash val="solid"/>
              <a:miter/>
            </a:ln>
          </p:spPr>
          <p:txBody>
            <a:bodyPr rtlCol="0" anchor="ctr"/>
            <a:lstStyle/>
            <a:p>
              <a:endParaRPr lang="fr-CA" dirty="0"/>
            </a:p>
          </p:txBody>
        </p:sp>
        <p:sp>
          <p:nvSpPr>
            <p:cNvPr id="9" name="Forme libre : forme 8">
              <a:extLst>
                <a:ext uri="{FF2B5EF4-FFF2-40B4-BE49-F238E27FC236}">
                  <a16:creationId xmlns:a16="http://schemas.microsoft.com/office/drawing/2014/main" id="{A2842C79-9BEB-C12F-BF07-ED922CB51810}"/>
                </a:ext>
              </a:extLst>
            </p:cNvPr>
            <p:cNvSpPr/>
            <p:nvPr/>
          </p:nvSpPr>
          <p:spPr>
            <a:xfrm>
              <a:off x="4174469" y="2126232"/>
              <a:ext cx="788573" cy="788573"/>
            </a:xfrm>
            <a:custGeom>
              <a:avLst/>
              <a:gdLst>
                <a:gd name="connsiteX0" fmla="*/ 0 w 788573"/>
                <a:gd name="connsiteY0" fmla="*/ 145540 h 788573"/>
                <a:gd name="connsiteX1" fmla="*/ 423478 w 788573"/>
                <a:gd name="connsiteY1" fmla="*/ 145540 h 788573"/>
                <a:gd name="connsiteX2" fmla="*/ 643033 w 788573"/>
                <a:gd name="connsiteY2" fmla="*/ 365096 h 788573"/>
                <a:gd name="connsiteX3" fmla="*/ 643033 w 788573"/>
                <a:gd name="connsiteY3" fmla="*/ 788574 h 788573"/>
                <a:gd name="connsiteX4" fmla="*/ 788574 w 788573"/>
                <a:gd name="connsiteY4" fmla="*/ 788574 h 788573"/>
                <a:gd name="connsiteX5" fmla="*/ 788574 w 788573"/>
                <a:gd name="connsiteY5" fmla="*/ 365096 h 788573"/>
                <a:gd name="connsiteX6" fmla="*/ 423478 w 788573"/>
                <a:gd name="connsiteY6" fmla="*/ 0 h 788573"/>
                <a:gd name="connsiteX7" fmla="*/ 0 w 788573"/>
                <a:gd name="connsiteY7" fmla="*/ 0 h 788573"/>
                <a:gd name="connsiteX8" fmla="*/ 0 w 788573"/>
                <a:gd name="connsiteY8" fmla="*/ 145540 h 78857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788573" h="788573">
                  <a:moveTo>
                    <a:pt x="0" y="145540"/>
                  </a:moveTo>
                  <a:lnTo>
                    <a:pt x="423478" y="145540"/>
                  </a:lnTo>
                  <a:cubicBezTo>
                    <a:pt x="544531" y="145540"/>
                    <a:pt x="643033" y="244043"/>
                    <a:pt x="643033" y="365096"/>
                  </a:cubicBezTo>
                  <a:lnTo>
                    <a:pt x="643033" y="788574"/>
                  </a:lnTo>
                  <a:lnTo>
                    <a:pt x="788574" y="788574"/>
                  </a:lnTo>
                  <a:lnTo>
                    <a:pt x="788574" y="365096"/>
                  </a:lnTo>
                  <a:cubicBezTo>
                    <a:pt x="788574" y="163802"/>
                    <a:pt x="624772" y="0"/>
                    <a:pt x="423478" y="0"/>
                  </a:cubicBezTo>
                  <a:lnTo>
                    <a:pt x="0" y="0"/>
                  </a:lnTo>
                  <a:lnTo>
                    <a:pt x="0" y="145540"/>
                  </a:lnTo>
                  <a:close/>
                </a:path>
              </a:pathLst>
            </a:custGeom>
            <a:grpFill/>
            <a:ln w="13822" cap="flat">
              <a:noFill/>
              <a:prstDash val="solid"/>
              <a:miter/>
            </a:ln>
          </p:spPr>
          <p:txBody>
            <a:bodyPr rtlCol="0" anchor="ctr"/>
            <a:lstStyle/>
            <a:p>
              <a:endParaRPr lang="fr-CA" dirty="0"/>
            </a:p>
          </p:txBody>
        </p:sp>
        <p:sp>
          <p:nvSpPr>
            <p:cNvPr id="10" name="Forme libre : forme 9">
              <a:extLst>
                <a:ext uri="{FF2B5EF4-FFF2-40B4-BE49-F238E27FC236}">
                  <a16:creationId xmlns:a16="http://schemas.microsoft.com/office/drawing/2014/main" id="{C1616797-23BD-7F2D-33CE-2AC445AF65D0}"/>
                </a:ext>
              </a:extLst>
            </p:cNvPr>
            <p:cNvSpPr/>
            <p:nvPr/>
          </p:nvSpPr>
          <p:spPr>
            <a:xfrm>
              <a:off x="2415397" y="3885166"/>
              <a:ext cx="788573" cy="788573"/>
            </a:xfrm>
            <a:custGeom>
              <a:avLst/>
              <a:gdLst>
                <a:gd name="connsiteX0" fmla="*/ 788574 w 788573"/>
                <a:gd name="connsiteY0" fmla="*/ 643033 h 788573"/>
                <a:gd name="connsiteX1" fmla="*/ 365096 w 788573"/>
                <a:gd name="connsiteY1" fmla="*/ 643033 h 788573"/>
                <a:gd name="connsiteX2" fmla="*/ 145540 w 788573"/>
                <a:gd name="connsiteY2" fmla="*/ 423478 h 788573"/>
                <a:gd name="connsiteX3" fmla="*/ 145540 w 788573"/>
                <a:gd name="connsiteY3" fmla="*/ 0 h 788573"/>
                <a:gd name="connsiteX4" fmla="*/ 0 w 788573"/>
                <a:gd name="connsiteY4" fmla="*/ 0 h 788573"/>
                <a:gd name="connsiteX5" fmla="*/ 0 w 788573"/>
                <a:gd name="connsiteY5" fmla="*/ 423478 h 788573"/>
                <a:gd name="connsiteX6" fmla="*/ 365096 w 788573"/>
                <a:gd name="connsiteY6" fmla="*/ 788574 h 788573"/>
                <a:gd name="connsiteX7" fmla="*/ 788574 w 788573"/>
                <a:gd name="connsiteY7" fmla="*/ 788574 h 788573"/>
                <a:gd name="connsiteX8" fmla="*/ 788574 w 788573"/>
                <a:gd name="connsiteY8" fmla="*/ 643033 h 78857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788573" h="788573">
                  <a:moveTo>
                    <a:pt x="788574" y="643033"/>
                  </a:moveTo>
                  <a:lnTo>
                    <a:pt x="365096" y="643033"/>
                  </a:lnTo>
                  <a:cubicBezTo>
                    <a:pt x="244043" y="643033"/>
                    <a:pt x="145540" y="544531"/>
                    <a:pt x="145540" y="423478"/>
                  </a:cubicBezTo>
                  <a:lnTo>
                    <a:pt x="145540" y="0"/>
                  </a:lnTo>
                  <a:lnTo>
                    <a:pt x="0" y="0"/>
                  </a:lnTo>
                  <a:lnTo>
                    <a:pt x="0" y="423478"/>
                  </a:lnTo>
                  <a:cubicBezTo>
                    <a:pt x="0" y="624772"/>
                    <a:pt x="163802" y="788574"/>
                    <a:pt x="365096" y="788574"/>
                  </a:cubicBezTo>
                  <a:lnTo>
                    <a:pt x="788574" y="788574"/>
                  </a:lnTo>
                  <a:lnTo>
                    <a:pt x="788574" y="643033"/>
                  </a:lnTo>
                  <a:close/>
                </a:path>
              </a:pathLst>
            </a:custGeom>
            <a:grpFill/>
            <a:ln w="13822" cap="flat">
              <a:noFill/>
              <a:prstDash val="solid"/>
              <a:miter/>
            </a:ln>
          </p:spPr>
          <p:txBody>
            <a:bodyPr rtlCol="0" anchor="ctr"/>
            <a:lstStyle/>
            <a:p>
              <a:endParaRPr lang="fr-CA" dirty="0"/>
            </a:p>
          </p:txBody>
        </p:sp>
        <p:sp>
          <p:nvSpPr>
            <p:cNvPr id="11" name="Forme libre : forme 10">
              <a:extLst>
                <a:ext uri="{FF2B5EF4-FFF2-40B4-BE49-F238E27FC236}">
                  <a16:creationId xmlns:a16="http://schemas.microsoft.com/office/drawing/2014/main" id="{FBC0DB22-AB58-2AD4-375C-DBA22CA5019B}"/>
                </a:ext>
              </a:extLst>
            </p:cNvPr>
            <p:cNvSpPr/>
            <p:nvPr/>
          </p:nvSpPr>
          <p:spPr>
            <a:xfrm>
              <a:off x="4174331" y="3885304"/>
              <a:ext cx="788573" cy="788573"/>
            </a:xfrm>
            <a:custGeom>
              <a:avLst/>
              <a:gdLst>
                <a:gd name="connsiteX0" fmla="*/ 643033 w 788573"/>
                <a:gd name="connsiteY0" fmla="*/ 0 h 788573"/>
                <a:gd name="connsiteX1" fmla="*/ 643033 w 788573"/>
                <a:gd name="connsiteY1" fmla="*/ 423478 h 788573"/>
                <a:gd name="connsiteX2" fmla="*/ 423478 w 788573"/>
                <a:gd name="connsiteY2" fmla="*/ 643033 h 788573"/>
                <a:gd name="connsiteX3" fmla="*/ 0 w 788573"/>
                <a:gd name="connsiteY3" fmla="*/ 643033 h 788573"/>
                <a:gd name="connsiteX4" fmla="*/ 0 w 788573"/>
                <a:gd name="connsiteY4" fmla="*/ 788574 h 788573"/>
                <a:gd name="connsiteX5" fmla="*/ 423478 w 788573"/>
                <a:gd name="connsiteY5" fmla="*/ 788574 h 788573"/>
                <a:gd name="connsiteX6" fmla="*/ 788574 w 788573"/>
                <a:gd name="connsiteY6" fmla="*/ 423478 h 788573"/>
                <a:gd name="connsiteX7" fmla="*/ 788574 w 788573"/>
                <a:gd name="connsiteY7" fmla="*/ 0 h 788573"/>
                <a:gd name="connsiteX8" fmla="*/ 643033 w 788573"/>
                <a:gd name="connsiteY8" fmla="*/ 0 h 78857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788573" h="788573">
                  <a:moveTo>
                    <a:pt x="643033" y="0"/>
                  </a:moveTo>
                  <a:lnTo>
                    <a:pt x="643033" y="423478"/>
                  </a:lnTo>
                  <a:cubicBezTo>
                    <a:pt x="643033" y="544531"/>
                    <a:pt x="544531" y="643033"/>
                    <a:pt x="423478" y="643033"/>
                  </a:cubicBezTo>
                  <a:lnTo>
                    <a:pt x="0" y="643033"/>
                  </a:lnTo>
                  <a:lnTo>
                    <a:pt x="0" y="788574"/>
                  </a:lnTo>
                  <a:lnTo>
                    <a:pt x="423478" y="788574"/>
                  </a:lnTo>
                  <a:cubicBezTo>
                    <a:pt x="624772" y="788574"/>
                    <a:pt x="788574" y="624772"/>
                    <a:pt x="788574" y="423478"/>
                  </a:cubicBezTo>
                  <a:lnTo>
                    <a:pt x="788574" y="0"/>
                  </a:lnTo>
                  <a:lnTo>
                    <a:pt x="643033" y="0"/>
                  </a:lnTo>
                  <a:close/>
                </a:path>
              </a:pathLst>
            </a:custGeom>
            <a:grpFill/>
            <a:ln w="13822" cap="flat">
              <a:noFill/>
              <a:prstDash val="solid"/>
              <a:miter/>
            </a:ln>
          </p:spPr>
          <p:txBody>
            <a:bodyPr rtlCol="0" anchor="ctr"/>
            <a:lstStyle/>
            <a:p>
              <a:endParaRPr lang="fr-CA" dirty="0"/>
            </a:p>
          </p:txBody>
        </p:sp>
      </p:grpSp>
      <p:sp>
        <p:nvSpPr>
          <p:cNvPr id="2" name="Titre 1">
            <a:extLst>
              <a:ext uri="{FF2B5EF4-FFF2-40B4-BE49-F238E27FC236}">
                <a16:creationId xmlns:a16="http://schemas.microsoft.com/office/drawing/2014/main" id="{E7FE1B4D-9FA7-4B11-8631-A5122CA79108}"/>
              </a:ext>
            </a:extLst>
          </p:cNvPr>
          <p:cNvSpPr>
            <a:spLocks noGrp="1"/>
          </p:cNvSpPr>
          <p:nvPr>
            <p:ph type="title" hasCustomPrompt="1"/>
          </p:nvPr>
        </p:nvSpPr>
        <p:spPr>
          <a:xfrm>
            <a:off x="2771974" y="2846535"/>
            <a:ext cx="1833273" cy="1183154"/>
          </a:xfrm>
          <a:prstGeom prst="rect">
            <a:avLst/>
          </a:prstGeom>
        </p:spPr>
        <p:txBody>
          <a:bodyPr anchor="ctr"/>
          <a:lstStyle>
            <a:lvl1pPr algn="ctr">
              <a:defRPr sz="11000">
                <a:solidFill>
                  <a:schemeClr val="tx1"/>
                </a:solidFill>
              </a:defRPr>
            </a:lvl1pPr>
          </a:lstStyle>
          <a:p>
            <a:r>
              <a:rPr lang="fr-FR" dirty="0"/>
              <a:t>01</a:t>
            </a:r>
            <a:endParaRPr lang="en-US" dirty="0"/>
          </a:p>
        </p:txBody>
      </p:sp>
      <p:sp>
        <p:nvSpPr>
          <p:cNvPr id="3" name="Espace réservé du texte 2">
            <a:extLst>
              <a:ext uri="{FF2B5EF4-FFF2-40B4-BE49-F238E27FC236}">
                <a16:creationId xmlns:a16="http://schemas.microsoft.com/office/drawing/2014/main" id="{1A332E7E-8ED5-4B81-85F7-05415889C471}"/>
              </a:ext>
            </a:extLst>
          </p:cNvPr>
          <p:cNvSpPr>
            <a:spLocks noGrp="1"/>
          </p:cNvSpPr>
          <p:nvPr>
            <p:ph type="body" idx="1"/>
          </p:nvPr>
        </p:nvSpPr>
        <p:spPr>
          <a:xfrm>
            <a:off x="5546785" y="2044460"/>
            <a:ext cx="4349472" cy="2760453"/>
          </a:xfrm>
          <a:prstGeom prst="rect">
            <a:avLst/>
          </a:prstGeom>
        </p:spPr>
        <p:txBody>
          <a:bodyPr anchor="b"/>
          <a:lstStyle>
            <a:lvl1pPr marL="0" indent="0">
              <a:buNone/>
              <a:defRPr sz="3600">
                <a:solidFill>
                  <a:schemeClr val="tx1"/>
                </a:solidFill>
                <a:latin typeface="+mj-lt"/>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pic>
        <p:nvPicPr>
          <p:cNvPr id="8" name="Picture 7">
            <a:extLst>
              <a:ext uri="{FF2B5EF4-FFF2-40B4-BE49-F238E27FC236}">
                <a16:creationId xmlns:a16="http://schemas.microsoft.com/office/drawing/2014/main" id="{24A14505-A5C0-4E4B-A2CE-FDBF0C0E09A8}"/>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573971" y="540181"/>
            <a:ext cx="2444542" cy="546747"/>
          </a:xfrm>
          <a:prstGeom prst="rect">
            <a:avLst/>
          </a:prstGeom>
        </p:spPr>
      </p:pic>
    </p:spTree>
    <p:extLst>
      <p:ext uri="{BB962C8B-B14F-4D97-AF65-F5344CB8AC3E}">
        <p14:creationId xmlns:p14="http://schemas.microsoft.com/office/powerpoint/2010/main" val="152202807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7_Section divider - Division de section">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76CC992D-C247-C750-05C9-EFF296289127}"/>
              </a:ext>
            </a:extLst>
          </p:cNvPr>
          <p:cNvSpPr/>
          <p:nvPr userDrawn="1"/>
        </p:nvSpPr>
        <p:spPr>
          <a:xfrm>
            <a:off x="441385" y="401129"/>
            <a:ext cx="11309230" cy="6055743"/>
          </a:xfrm>
          <a:prstGeom prst="rect">
            <a:avLst/>
          </a:prstGeom>
          <a:solidFill>
            <a:schemeClr val="bg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CA" dirty="0"/>
          </a:p>
        </p:txBody>
      </p:sp>
      <p:grpSp>
        <p:nvGrpSpPr>
          <p:cNvPr id="12" name="Groupe 11">
            <a:extLst>
              <a:ext uri="{FF2B5EF4-FFF2-40B4-BE49-F238E27FC236}">
                <a16:creationId xmlns:a16="http://schemas.microsoft.com/office/drawing/2014/main" id="{B6E8D808-F876-E6F2-2CA2-02351DAF9E05}"/>
              </a:ext>
            </a:extLst>
          </p:cNvPr>
          <p:cNvGrpSpPr/>
          <p:nvPr userDrawn="1"/>
        </p:nvGrpSpPr>
        <p:grpSpPr>
          <a:xfrm>
            <a:off x="2415397" y="2126232"/>
            <a:ext cx="2547645" cy="2547645"/>
            <a:chOff x="2415397" y="2126232"/>
            <a:chExt cx="2547645" cy="2547645"/>
          </a:xfrm>
          <a:solidFill>
            <a:schemeClr val="bg2">
              <a:lumMod val="60000"/>
              <a:lumOff val="40000"/>
            </a:schemeClr>
          </a:solidFill>
        </p:grpSpPr>
        <p:sp>
          <p:nvSpPr>
            <p:cNvPr id="7" name="Forme libre : forme 6">
              <a:extLst>
                <a:ext uri="{FF2B5EF4-FFF2-40B4-BE49-F238E27FC236}">
                  <a16:creationId xmlns:a16="http://schemas.microsoft.com/office/drawing/2014/main" id="{3B02BEE6-56BF-0D7C-11A2-86DE2FD85E30}"/>
                </a:ext>
              </a:extLst>
            </p:cNvPr>
            <p:cNvSpPr/>
            <p:nvPr/>
          </p:nvSpPr>
          <p:spPr>
            <a:xfrm>
              <a:off x="2415397" y="2126232"/>
              <a:ext cx="788573" cy="788573"/>
            </a:xfrm>
            <a:custGeom>
              <a:avLst/>
              <a:gdLst>
                <a:gd name="connsiteX0" fmla="*/ 145540 w 788573"/>
                <a:gd name="connsiteY0" fmla="*/ 788574 h 788573"/>
                <a:gd name="connsiteX1" fmla="*/ 145540 w 788573"/>
                <a:gd name="connsiteY1" fmla="*/ 365096 h 788573"/>
                <a:gd name="connsiteX2" fmla="*/ 365096 w 788573"/>
                <a:gd name="connsiteY2" fmla="*/ 145540 h 788573"/>
                <a:gd name="connsiteX3" fmla="*/ 788574 w 788573"/>
                <a:gd name="connsiteY3" fmla="*/ 145540 h 788573"/>
                <a:gd name="connsiteX4" fmla="*/ 788574 w 788573"/>
                <a:gd name="connsiteY4" fmla="*/ 0 h 788573"/>
                <a:gd name="connsiteX5" fmla="*/ 365096 w 788573"/>
                <a:gd name="connsiteY5" fmla="*/ 0 h 788573"/>
                <a:gd name="connsiteX6" fmla="*/ 0 w 788573"/>
                <a:gd name="connsiteY6" fmla="*/ 365096 h 788573"/>
                <a:gd name="connsiteX7" fmla="*/ 0 w 788573"/>
                <a:gd name="connsiteY7" fmla="*/ 788574 h 788573"/>
                <a:gd name="connsiteX8" fmla="*/ 145540 w 788573"/>
                <a:gd name="connsiteY8" fmla="*/ 788574 h 78857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788573" h="788573">
                  <a:moveTo>
                    <a:pt x="145540" y="788574"/>
                  </a:moveTo>
                  <a:lnTo>
                    <a:pt x="145540" y="365096"/>
                  </a:lnTo>
                  <a:cubicBezTo>
                    <a:pt x="145540" y="244043"/>
                    <a:pt x="244043" y="145540"/>
                    <a:pt x="365096" y="145540"/>
                  </a:cubicBezTo>
                  <a:lnTo>
                    <a:pt x="788574" y="145540"/>
                  </a:lnTo>
                  <a:lnTo>
                    <a:pt x="788574" y="0"/>
                  </a:lnTo>
                  <a:lnTo>
                    <a:pt x="365096" y="0"/>
                  </a:lnTo>
                  <a:cubicBezTo>
                    <a:pt x="163802" y="0"/>
                    <a:pt x="0" y="163802"/>
                    <a:pt x="0" y="365096"/>
                  </a:cubicBezTo>
                  <a:lnTo>
                    <a:pt x="0" y="788574"/>
                  </a:lnTo>
                  <a:lnTo>
                    <a:pt x="145540" y="788574"/>
                  </a:lnTo>
                  <a:close/>
                </a:path>
              </a:pathLst>
            </a:custGeom>
            <a:grpFill/>
            <a:ln w="13822" cap="flat">
              <a:noFill/>
              <a:prstDash val="solid"/>
              <a:miter/>
            </a:ln>
          </p:spPr>
          <p:txBody>
            <a:bodyPr rtlCol="0" anchor="ctr"/>
            <a:lstStyle/>
            <a:p>
              <a:endParaRPr lang="fr-CA" dirty="0"/>
            </a:p>
          </p:txBody>
        </p:sp>
        <p:sp>
          <p:nvSpPr>
            <p:cNvPr id="9" name="Forme libre : forme 8">
              <a:extLst>
                <a:ext uri="{FF2B5EF4-FFF2-40B4-BE49-F238E27FC236}">
                  <a16:creationId xmlns:a16="http://schemas.microsoft.com/office/drawing/2014/main" id="{A2842C79-9BEB-C12F-BF07-ED922CB51810}"/>
                </a:ext>
              </a:extLst>
            </p:cNvPr>
            <p:cNvSpPr/>
            <p:nvPr/>
          </p:nvSpPr>
          <p:spPr>
            <a:xfrm>
              <a:off x="4174469" y="2126232"/>
              <a:ext cx="788573" cy="788573"/>
            </a:xfrm>
            <a:custGeom>
              <a:avLst/>
              <a:gdLst>
                <a:gd name="connsiteX0" fmla="*/ 0 w 788573"/>
                <a:gd name="connsiteY0" fmla="*/ 145540 h 788573"/>
                <a:gd name="connsiteX1" fmla="*/ 423478 w 788573"/>
                <a:gd name="connsiteY1" fmla="*/ 145540 h 788573"/>
                <a:gd name="connsiteX2" fmla="*/ 643033 w 788573"/>
                <a:gd name="connsiteY2" fmla="*/ 365096 h 788573"/>
                <a:gd name="connsiteX3" fmla="*/ 643033 w 788573"/>
                <a:gd name="connsiteY3" fmla="*/ 788574 h 788573"/>
                <a:gd name="connsiteX4" fmla="*/ 788574 w 788573"/>
                <a:gd name="connsiteY4" fmla="*/ 788574 h 788573"/>
                <a:gd name="connsiteX5" fmla="*/ 788574 w 788573"/>
                <a:gd name="connsiteY5" fmla="*/ 365096 h 788573"/>
                <a:gd name="connsiteX6" fmla="*/ 423478 w 788573"/>
                <a:gd name="connsiteY6" fmla="*/ 0 h 788573"/>
                <a:gd name="connsiteX7" fmla="*/ 0 w 788573"/>
                <a:gd name="connsiteY7" fmla="*/ 0 h 788573"/>
                <a:gd name="connsiteX8" fmla="*/ 0 w 788573"/>
                <a:gd name="connsiteY8" fmla="*/ 145540 h 78857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788573" h="788573">
                  <a:moveTo>
                    <a:pt x="0" y="145540"/>
                  </a:moveTo>
                  <a:lnTo>
                    <a:pt x="423478" y="145540"/>
                  </a:lnTo>
                  <a:cubicBezTo>
                    <a:pt x="544531" y="145540"/>
                    <a:pt x="643033" y="244043"/>
                    <a:pt x="643033" y="365096"/>
                  </a:cubicBezTo>
                  <a:lnTo>
                    <a:pt x="643033" y="788574"/>
                  </a:lnTo>
                  <a:lnTo>
                    <a:pt x="788574" y="788574"/>
                  </a:lnTo>
                  <a:lnTo>
                    <a:pt x="788574" y="365096"/>
                  </a:lnTo>
                  <a:cubicBezTo>
                    <a:pt x="788574" y="163802"/>
                    <a:pt x="624772" y="0"/>
                    <a:pt x="423478" y="0"/>
                  </a:cubicBezTo>
                  <a:lnTo>
                    <a:pt x="0" y="0"/>
                  </a:lnTo>
                  <a:lnTo>
                    <a:pt x="0" y="145540"/>
                  </a:lnTo>
                  <a:close/>
                </a:path>
              </a:pathLst>
            </a:custGeom>
            <a:grpFill/>
            <a:ln w="13822" cap="flat">
              <a:noFill/>
              <a:prstDash val="solid"/>
              <a:miter/>
            </a:ln>
          </p:spPr>
          <p:txBody>
            <a:bodyPr rtlCol="0" anchor="ctr"/>
            <a:lstStyle/>
            <a:p>
              <a:endParaRPr lang="fr-CA" dirty="0"/>
            </a:p>
          </p:txBody>
        </p:sp>
        <p:sp>
          <p:nvSpPr>
            <p:cNvPr id="10" name="Forme libre : forme 9">
              <a:extLst>
                <a:ext uri="{FF2B5EF4-FFF2-40B4-BE49-F238E27FC236}">
                  <a16:creationId xmlns:a16="http://schemas.microsoft.com/office/drawing/2014/main" id="{C1616797-23BD-7F2D-33CE-2AC445AF65D0}"/>
                </a:ext>
              </a:extLst>
            </p:cNvPr>
            <p:cNvSpPr/>
            <p:nvPr/>
          </p:nvSpPr>
          <p:spPr>
            <a:xfrm>
              <a:off x="2415397" y="3885166"/>
              <a:ext cx="788573" cy="788573"/>
            </a:xfrm>
            <a:custGeom>
              <a:avLst/>
              <a:gdLst>
                <a:gd name="connsiteX0" fmla="*/ 788574 w 788573"/>
                <a:gd name="connsiteY0" fmla="*/ 643033 h 788573"/>
                <a:gd name="connsiteX1" fmla="*/ 365096 w 788573"/>
                <a:gd name="connsiteY1" fmla="*/ 643033 h 788573"/>
                <a:gd name="connsiteX2" fmla="*/ 145540 w 788573"/>
                <a:gd name="connsiteY2" fmla="*/ 423478 h 788573"/>
                <a:gd name="connsiteX3" fmla="*/ 145540 w 788573"/>
                <a:gd name="connsiteY3" fmla="*/ 0 h 788573"/>
                <a:gd name="connsiteX4" fmla="*/ 0 w 788573"/>
                <a:gd name="connsiteY4" fmla="*/ 0 h 788573"/>
                <a:gd name="connsiteX5" fmla="*/ 0 w 788573"/>
                <a:gd name="connsiteY5" fmla="*/ 423478 h 788573"/>
                <a:gd name="connsiteX6" fmla="*/ 365096 w 788573"/>
                <a:gd name="connsiteY6" fmla="*/ 788574 h 788573"/>
                <a:gd name="connsiteX7" fmla="*/ 788574 w 788573"/>
                <a:gd name="connsiteY7" fmla="*/ 788574 h 788573"/>
                <a:gd name="connsiteX8" fmla="*/ 788574 w 788573"/>
                <a:gd name="connsiteY8" fmla="*/ 643033 h 78857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788573" h="788573">
                  <a:moveTo>
                    <a:pt x="788574" y="643033"/>
                  </a:moveTo>
                  <a:lnTo>
                    <a:pt x="365096" y="643033"/>
                  </a:lnTo>
                  <a:cubicBezTo>
                    <a:pt x="244043" y="643033"/>
                    <a:pt x="145540" y="544531"/>
                    <a:pt x="145540" y="423478"/>
                  </a:cubicBezTo>
                  <a:lnTo>
                    <a:pt x="145540" y="0"/>
                  </a:lnTo>
                  <a:lnTo>
                    <a:pt x="0" y="0"/>
                  </a:lnTo>
                  <a:lnTo>
                    <a:pt x="0" y="423478"/>
                  </a:lnTo>
                  <a:cubicBezTo>
                    <a:pt x="0" y="624772"/>
                    <a:pt x="163802" y="788574"/>
                    <a:pt x="365096" y="788574"/>
                  </a:cubicBezTo>
                  <a:lnTo>
                    <a:pt x="788574" y="788574"/>
                  </a:lnTo>
                  <a:lnTo>
                    <a:pt x="788574" y="643033"/>
                  </a:lnTo>
                  <a:close/>
                </a:path>
              </a:pathLst>
            </a:custGeom>
            <a:grpFill/>
            <a:ln w="13822" cap="flat">
              <a:noFill/>
              <a:prstDash val="solid"/>
              <a:miter/>
            </a:ln>
          </p:spPr>
          <p:txBody>
            <a:bodyPr rtlCol="0" anchor="ctr"/>
            <a:lstStyle/>
            <a:p>
              <a:endParaRPr lang="fr-CA" dirty="0"/>
            </a:p>
          </p:txBody>
        </p:sp>
        <p:sp>
          <p:nvSpPr>
            <p:cNvPr id="11" name="Forme libre : forme 10">
              <a:extLst>
                <a:ext uri="{FF2B5EF4-FFF2-40B4-BE49-F238E27FC236}">
                  <a16:creationId xmlns:a16="http://schemas.microsoft.com/office/drawing/2014/main" id="{FBC0DB22-AB58-2AD4-375C-DBA22CA5019B}"/>
                </a:ext>
              </a:extLst>
            </p:cNvPr>
            <p:cNvSpPr/>
            <p:nvPr/>
          </p:nvSpPr>
          <p:spPr>
            <a:xfrm>
              <a:off x="4174331" y="3885304"/>
              <a:ext cx="788573" cy="788573"/>
            </a:xfrm>
            <a:custGeom>
              <a:avLst/>
              <a:gdLst>
                <a:gd name="connsiteX0" fmla="*/ 643033 w 788573"/>
                <a:gd name="connsiteY0" fmla="*/ 0 h 788573"/>
                <a:gd name="connsiteX1" fmla="*/ 643033 w 788573"/>
                <a:gd name="connsiteY1" fmla="*/ 423478 h 788573"/>
                <a:gd name="connsiteX2" fmla="*/ 423478 w 788573"/>
                <a:gd name="connsiteY2" fmla="*/ 643033 h 788573"/>
                <a:gd name="connsiteX3" fmla="*/ 0 w 788573"/>
                <a:gd name="connsiteY3" fmla="*/ 643033 h 788573"/>
                <a:gd name="connsiteX4" fmla="*/ 0 w 788573"/>
                <a:gd name="connsiteY4" fmla="*/ 788574 h 788573"/>
                <a:gd name="connsiteX5" fmla="*/ 423478 w 788573"/>
                <a:gd name="connsiteY5" fmla="*/ 788574 h 788573"/>
                <a:gd name="connsiteX6" fmla="*/ 788574 w 788573"/>
                <a:gd name="connsiteY6" fmla="*/ 423478 h 788573"/>
                <a:gd name="connsiteX7" fmla="*/ 788574 w 788573"/>
                <a:gd name="connsiteY7" fmla="*/ 0 h 788573"/>
                <a:gd name="connsiteX8" fmla="*/ 643033 w 788573"/>
                <a:gd name="connsiteY8" fmla="*/ 0 h 78857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788573" h="788573">
                  <a:moveTo>
                    <a:pt x="643033" y="0"/>
                  </a:moveTo>
                  <a:lnTo>
                    <a:pt x="643033" y="423478"/>
                  </a:lnTo>
                  <a:cubicBezTo>
                    <a:pt x="643033" y="544531"/>
                    <a:pt x="544531" y="643033"/>
                    <a:pt x="423478" y="643033"/>
                  </a:cubicBezTo>
                  <a:lnTo>
                    <a:pt x="0" y="643033"/>
                  </a:lnTo>
                  <a:lnTo>
                    <a:pt x="0" y="788574"/>
                  </a:lnTo>
                  <a:lnTo>
                    <a:pt x="423478" y="788574"/>
                  </a:lnTo>
                  <a:cubicBezTo>
                    <a:pt x="624772" y="788574"/>
                    <a:pt x="788574" y="624772"/>
                    <a:pt x="788574" y="423478"/>
                  </a:cubicBezTo>
                  <a:lnTo>
                    <a:pt x="788574" y="0"/>
                  </a:lnTo>
                  <a:lnTo>
                    <a:pt x="643033" y="0"/>
                  </a:lnTo>
                  <a:close/>
                </a:path>
              </a:pathLst>
            </a:custGeom>
            <a:grpFill/>
            <a:ln w="13822" cap="flat">
              <a:noFill/>
              <a:prstDash val="solid"/>
              <a:miter/>
            </a:ln>
          </p:spPr>
          <p:txBody>
            <a:bodyPr rtlCol="0" anchor="ctr"/>
            <a:lstStyle/>
            <a:p>
              <a:endParaRPr lang="fr-CA" dirty="0"/>
            </a:p>
          </p:txBody>
        </p:sp>
      </p:grpSp>
      <p:sp>
        <p:nvSpPr>
          <p:cNvPr id="2" name="Titre 1">
            <a:extLst>
              <a:ext uri="{FF2B5EF4-FFF2-40B4-BE49-F238E27FC236}">
                <a16:creationId xmlns:a16="http://schemas.microsoft.com/office/drawing/2014/main" id="{E7FE1B4D-9FA7-4B11-8631-A5122CA79108}"/>
              </a:ext>
            </a:extLst>
          </p:cNvPr>
          <p:cNvSpPr>
            <a:spLocks noGrp="1"/>
          </p:cNvSpPr>
          <p:nvPr>
            <p:ph type="title" hasCustomPrompt="1"/>
          </p:nvPr>
        </p:nvSpPr>
        <p:spPr>
          <a:xfrm>
            <a:off x="2771974" y="2846535"/>
            <a:ext cx="1833273" cy="1183154"/>
          </a:xfrm>
          <a:prstGeom prst="rect">
            <a:avLst/>
          </a:prstGeom>
        </p:spPr>
        <p:txBody>
          <a:bodyPr anchor="ctr"/>
          <a:lstStyle>
            <a:lvl1pPr algn="ctr">
              <a:defRPr sz="11000">
                <a:solidFill>
                  <a:schemeClr val="tx1"/>
                </a:solidFill>
              </a:defRPr>
            </a:lvl1pPr>
          </a:lstStyle>
          <a:p>
            <a:r>
              <a:rPr lang="fr-FR" dirty="0"/>
              <a:t>01</a:t>
            </a:r>
            <a:endParaRPr lang="en-US" dirty="0"/>
          </a:p>
        </p:txBody>
      </p:sp>
      <p:sp>
        <p:nvSpPr>
          <p:cNvPr id="3" name="Espace réservé du texte 2">
            <a:extLst>
              <a:ext uri="{FF2B5EF4-FFF2-40B4-BE49-F238E27FC236}">
                <a16:creationId xmlns:a16="http://schemas.microsoft.com/office/drawing/2014/main" id="{1A332E7E-8ED5-4B81-85F7-05415889C471}"/>
              </a:ext>
            </a:extLst>
          </p:cNvPr>
          <p:cNvSpPr>
            <a:spLocks noGrp="1"/>
          </p:cNvSpPr>
          <p:nvPr>
            <p:ph type="body" idx="1"/>
          </p:nvPr>
        </p:nvSpPr>
        <p:spPr>
          <a:xfrm>
            <a:off x="5546785" y="2044460"/>
            <a:ext cx="4349472" cy="2760453"/>
          </a:xfrm>
          <a:prstGeom prst="rect">
            <a:avLst/>
          </a:prstGeom>
        </p:spPr>
        <p:txBody>
          <a:bodyPr anchor="b"/>
          <a:lstStyle>
            <a:lvl1pPr marL="0" indent="0">
              <a:buNone/>
              <a:defRPr sz="3600">
                <a:solidFill>
                  <a:schemeClr val="tx1"/>
                </a:solidFill>
                <a:latin typeface="+mj-lt"/>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pic>
        <p:nvPicPr>
          <p:cNvPr id="8" name="Picture 7">
            <a:extLst>
              <a:ext uri="{FF2B5EF4-FFF2-40B4-BE49-F238E27FC236}">
                <a16:creationId xmlns:a16="http://schemas.microsoft.com/office/drawing/2014/main" id="{24A14505-A5C0-4E4B-A2CE-FDBF0C0E09A8}"/>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573971" y="540181"/>
            <a:ext cx="2444542" cy="546747"/>
          </a:xfrm>
          <a:prstGeom prst="rect">
            <a:avLst/>
          </a:prstGeom>
        </p:spPr>
      </p:pic>
    </p:spTree>
    <p:extLst>
      <p:ext uri="{BB962C8B-B14F-4D97-AF65-F5344CB8AC3E}">
        <p14:creationId xmlns:p14="http://schemas.microsoft.com/office/powerpoint/2010/main" val="137934044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1_Section divider - Division de section">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9B54EC37-01EB-33A8-D987-850541EEDF87}"/>
              </a:ext>
            </a:extLst>
          </p:cNvPr>
          <p:cNvSpPr/>
          <p:nvPr userDrawn="1"/>
        </p:nvSpPr>
        <p:spPr>
          <a:xfrm>
            <a:off x="441385" y="401129"/>
            <a:ext cx="11309230" cy="6055743"/>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CA" dirty="0"/>
          </a:p>
        </p:txBody>
      </p:sp>
      <p:grpSp>
        <p:nvGrpSpPr>
          <p:cNvPr id="5" name="Groupe 4">
            <a:extLst>
              <a:ext uri="{FF2B5EF4-FFF2-40B4-BE49-F238E27FC236}">
                <a16:creationId xmlns:a16="http://schemas.microsoft.com/office/drawing/2014/main" id="{A93D2985-4F6B-7282-69DC-775B60A85CAA}"/>
              </a:ext>
            </a:extLst>
          </p:cNvPr>
          <p:cNvGrpSpPr/>
          <p:nvPr userDrawn="1"/>
        </p:nvGrpSpPr>
        <p:grpSpPr>
          <a:xfrm>
            <a:off x="2415397" y="2126232"/>
            <a:ext cx="2547645" cy="2547645"/>
            <a:chOff x="2415397" y="2126232"/>
            <a:chExt cx="2547645" cy="2547645"/>
          </a:xfrm>
          <a:solidFill>
            <a:schemeClr val="bg2"/>
          </a:solidFill>
        </p:grpSpPr>
        <p:sp>
          <p:nvSpPr>
            <p:cNvPr id="6" name="Forme libre : forme 5">
              <a:extLst>
                <a:ext uri="{FF2B5EF4-FFF2-40B4-BE49-F238E27FC236}">
                  <a16:creationId xmlns:a16="http://schemas.microsoft.com/office/drawing/2014/main" id="{787D01FF-2EE0-57E3-1BB4-15D605E9B991}"/>
                </a:ext>
              </a:extLst>
            </p:cNvPr>
            <p:cNvSpPr/>
            <p:nvPr/>
          </p:nvSpPr>
          <p:spPr>
            <a:xfrm>
              <a:off x="2415397" y="2126232"/>
              <a:ext cx="788573" cy="788573"/>
            </a:xfrm>
            <a:custGeom>
              <a:avLst/>
              <a:gdLst>
                <a:gd name="connsiteX0" fmla="*/ 145540 w 788573"/>
                <a:gd name="connsiteY0" fmla="*/ 788574 h 788573"/>
                <a:gd name="connsiteX1" fmla="*/ 145540 w 788573"/>
                <a:gd name="connsiteY1" fmla="*/ 365096 h 788573"/>
                <a:gd name="connsiteX2" fmla="*/ 365096 w 788573"/>
                <a:gd name="connsiteY2" fmla="*/ 145540 h 788573"/>
                <a:gd name="connsiteX3" fmla="*/ 788574 w 788573"/>
                <a:gd name="connsiteY3" fmla="*/ 145540 h 788573"/>
                <a:gd name="connsiteX4" fmla="*/ 788574 w 788573"/>
                <a:gd name="connsiteY4" fmla="*/ 0 h 788573"/>
                <a:gd name="connsiteX5" fmla="*/ 365096 w 788573"/>
                <a:gd name="connsiteY5" fmla="*/ 0 h 788573"/>
                <a:gd name="connsiteX6" fmla="*/ 0 w 788573"/>
                <a:gd name="connsiteY6" fmla="*/ 365096 h 788573"/>
                <a:gd name="connsiteX7" fmla="*/ 0 w 788573"/>
                <a:gd name="connsiteY7" fmla="*/ 788574 h 788573"/>
                <a:gd name="connsiteX8" fmla="*/ 145540 w 788573"/>
                <a:gd name="connsiteY8" fmla="*/ 788574 h 78857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788573" h="788573">
                  <a:moveTo>
                    <a:pt x="145540" y="788574"/>
                  </a:moveTo>
                  <a:lnTo>
                    <a:pt x="145540" y="365096"/>
                  </a:lnTo>
                  <a:cubicBezTo>
                    <a:pt x="145540" y="244043"/>
                    <a:pt x="244043" y="145540"/>
                    <a:pt x="365096" y="145540"/>
                  </a:cubicBezTo>
                  <a:lnTo>
                    <a:pt x="788574" y="145540"/>
                  </a:lnTo>
                  <a:lnTo>
                    <a:pt x="788574" y="0"/>
                  </a:lnTo>
                  <a:lnTo>
                    <a:pt x="365096" y="0"/>
                  </a:lnTo>
                  <a:cubicBezTo>
                    <a:pt x="163802" y="0"/>
                    <a:pt x="0" y="163802"/>
                    <a:pt x="0" y="365096"/>
                  </a:cubicBezTo>
                  <a:lnTo>
                    <a:pt x="0" y="788574"/>
                  </a:lnTo>
                  <a:lnTo>
                    <a:pt x="145540" y="788574"/>
                  </a:lnTo>
                  <a:close/>
                </a:path>
              </a:pathLst>
            </a:custGeom>
            <a:grpFill/>
            <a:ln w="13822" cap="flat">
              <a:noFill/>
              <a:prstDash val="solid"/>
              <a:miter/>
            </a:ln>
          </p:spPr>
          <p:txBody>
            <a:bodyPr rtlCol="0" anchor="ctr"/>
            <a:lstStyle/>
            <a:p>
              <a:endParaRPr lang="fr-CA" dirty="0"/>
            </a:p>
          </p:txBody>
        </p:sp>
        <p:sp>
          <p:nvSpPr>
            <p:cNvPr id="7" name="Forme libre : forme 6">
              <a:extLst>
                <a:ext uri="{FF2B5EF4-FFF2-40B4-BE49-F238E27FC236}">
                  <a16:creationId xmlns:a16="http://schemas.microsoft.com/office/drawing/2014/main" id="{196BC23D-F34D-7803-EB17-6051D2649BE9}"/>
                </a:ext>
              </a:extLst>
            </p:cNvPr>
            <p:cNvSpPr/>
            <p:nvPr/>
          </p:nvSpPr>
          <p:spPr>
            <a:xfrm>
              <a:off x="4174469" y="2126232"/>
              <a:ext cx="788573" cy="788573"/>
            </a:xfrm>
            <a:custGeom>
              <a:avLst/>
              <a:gdLst>
                <a:gd name="connsiteX0" fmla="*/ 0 w 788573"/>
                <a:gd name="connsiteY0" fmla="*/ 145540 h 788573"/>
                <a:gd name="connsiteX1" fmla="*/ 423478 w 788573"/>
                <a:gd name="connsiteY1" fmla="*/ 145540 h 788573"/>
                <a:gd name="connsiteX2" fmla="*/ 643033 w 788573"/>
                <a:gd name="connsiteY2" fmla="*/ 365096 h 788573"/>
                <a:gd name="connsiteX3" fmla="*/ 643033 w 788573"/>
                <a:gd name="connsiteY3" fmla="*/ 788574 h 788573"/>
                <a:gd name="connsiteX4" fmla="*/ 788574 w 788573"/>
                <a:gd name="connsiteY4" fmla="*/ 788574 h 788573"/>
                <a:gd name="connsiteX5" fmla="*/ 788574 w 788573"/>
                <a:gd name="connsiteY5" fmla="*/ 365096 h 788573"/>
                <a:gd name="connsiteX6" fmla="*/ 423478 w 788573"/>
                <a:gd name="connsiteY6" fmla="*/ 0 h 788573"/>
                <a:gd name="connsiteX7" fmla="*/ 0 w 788573"/>
                <a:gd name="connsiteY7" fmla="*/ 0 h 788573"/>
                <a:gd name="connsiteX8" fmla="*/ 0 w 788573"/>
                <a:gd name="connsiteY8" fmla="*/ 145540 h 78857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788573" h="788573">
                  <a:moveTo>
                    <a:pt x="0" y="145540"/>
                  </a:moveTo>
                  <a:lnTo>
                    <a:pt x="423478" y="145540"/>
                  </a:lnTo>
                  <a:cubicBezTo>
                    <a:pt x="544531" y="145540"/>
                    <a:pt x="643033" y="244043"/>
                    <a:pt x="643033" y="365096"/>
                  </a:cubicBezTo>
                  <a:lnTo>
                    <a:pt x="643033" y="788574"/>
                  </a:lnTo>
                  <a:lnTo>
                    <a:pt x="788574" y="788574"/>
                  </a:lnTo>
                  <a:lnTo>
                    <a:pt x="788574" y="365096"/>
                  </a:lnTo>
                  <a:cubicBezTo>
                    <a:pt x="788574" y="163802"/>
                    <a:pt x="624772" y="0"/>
                    <a:pt x="423478" y="0"/>
                  </a:cubicBezTo>
                  <a:lnTo>
                    <a:pt x="0" y="0"/>
                  </a:lnTo>
                  <a:lnTo>
                    <a:pt x="0" y="145540"/>
                  </a:lnTo>
                  <a:close/>
                </a:path>
              </a:pathLst>
            </a:custGeom>
            <a:grpFill/>
            <a:ln w="13822" cap="flat">
              <a:noFill/>
              <a:prstDash val="solid"/>
              <a:miter/>
            </a:ln>
          </p:spPr>
          <p:txBody>
            <a:bodyPr rtlCol="0" anchor="ctr"/>
            <a:lstStyle/>
            <a:p>
              <a:endParaRPr lang="fr-CA" dirty="0"/>
            </a:p>
          </p:txBody>
        </p:sp>
        <p:sp>
          <p:nvSpPr>
            <p:cNvPr id="9" name="Forme libre : forme 8">
              <a:extLst>
                <a:ext uri="{FF2B5EF4-FFF2-40B4-BE49-F238E27FC236}">
                  <a16:creationId xmlns:a16="http://schemas.microsoft.com/office/drawing/2014/main" id="{C1EDD5C1-194B-C446-E4CB-A1D5460823B0}"/>
                </a:ext>
              </a:extLst>
            </p:cNvPr>
            <p:cNvSpPr/>
            <p:nvPr/>
          </p:nvSpPr>
          <p:spPr>
            <a:xfrm>
              <a:off x="2415397" y="3885166"/>
              <a:ext cx="788573" cy="788573"/>
            </a:xfrm>
            <a:custGeom>
              <a:avLst/>
              <a:gdLst>
                <a:gd name="connsiteX0" fmla="*/ 788574 w 788573"/>
                <a:gd name="connsiteY0" fmla="*/ 643033 h 788573"/>
                <a:gd name="connsiteX1" fmla="*/ 365096 w 788573"/>
                <a:gd name="connsiteY1" fmla="*/ 643033 h 788573"/>
                <a:gd name="connsiteX2" fmla="*/ 145540 w 788573"/>
                <a:gd name="connsiteY2" fmla="*/ 423478 h 788573"/>
                <a:gd name="connsiteX3" fmla="*/ 145540 w 788573"/>
                <a:gd name="connsiteY3" fmla="*/ 0 h 788573"/>
                <a:gd name="connsiteX4" fmla="*/ 0 w 788573"/>
                <a:gd name="connsiteY4" fmla="*/ 0 h 788573"/>
                <a:gd name="connsiteX5" fmla="*/ 0 w 788573"/>
                <a:gd name="connsiteY5" fmla="*/ 423478 h 788573"/>
                <a:gd name="connsiteX6" fmla="*/ 365096 w 788573"/>
                <a:gd name="connsiteY6" fmla="*/ 788574 h 788573"/>
                <a:gd name="connsiteX7" fmla="*/ 788574 w 788573"/>
                <a:gd name="connsiteY7" fmla="*/ 788574 h 788573"/>
                <a:gd name="connsiteX8" fmla="*/ 788574 w 788573"/>
                <a:gd name="connsiteY8" fmla="*/ 643033 h 78857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788573" h="788573">
                  <a:moveTo>
                    <a:pt x="788574" y="643033"/>
                  </a:moveTo>
                  <a:lnTo>
                    <a:pt x="365096" y="643033"/>
                  </a:lnTo>
                  <a:cubicBezTo>
                    <a:pt x="244043" y="643033"/>
                    <a:pt x="145540" y="544531"/>
                    <a:pt x="145540" y="423478"/>
                  </a:cubicBezTo>
                  <a:lnTo>
                    <a:pt x="145540" y="0"/>
                  </a:lnTo>
                  <a:lnTo>
                    <a:pt x="0" y="0"/>
                  </a:lnTo>
                  <a:lnTo>
                    <a:pt x="0" y="423478"/>
                  </a:lnTo>
                  <a:cubicBezTo>
                    <a:pt x="0" y="624772"/>
                    <a:pt x="163802" y="788574"/>
                    <a:pt x="365096" y="788574"/>
                  </a:cubicBezTo>
                  <a:lnTo>
                    <a:pt x="788574" y="788574"/>
                  </a:lnTo>
                  <a:lnTo>
                    <a:pt x="788574" y="643033"/>
                  </a:lnTo>
                  <a:close/>
                </a:path>
              </a:pathLst>
            </a:custGeom>
            <a:grpFill/>
            <a:ln w="13822" cap="flat">
              <a:noFill/>
              <a:prstDash val="solid"/>
              <a:miter/>
            </a:ln>
          </p:spPr>
          <p:txBody>
            <a:bodyPr rtlCol="0" anchor="ctr"/>
            <a:lstStyle/>
            <a:p>
              <a:endParaRPr lang="fr-CA" dirty="0"/>
            </a:p>
          </p:txBody>
        </p:sp>
        <p:sp>
          <p:nvSpPr>
            <p:cNvPr id="10" name="Forme libre : forme 9">
              <a:extLst>
                <a:ext uri="{FF2B5EF4-FFF2-40B4-BE49-F238E27FC236}">
                  <a16:creationId xmlns:a16="http://schemas.microsoft.com/office/drawing/2014/main" id="{C92903AE-3124-55EC-1FC2-74021A5F0AA8}"/>
                </a:ext>
              </a:extLst>
            </p:cNvPr>
            <p:cNvSpPr/>
            <p:nvPr/>
          </p:nvSpPr>
          <p:spPr>
            <a:xfrm>
              <a:off x="4174331" y="3885304"/>
              <a:ext cx="788573" cy="788573"/>
            </a:xfrm>
            <a:custGeom>
              <a:avLst/>
              <a:gdLst>
                <a:gd name="connsiteX0" fmla="*/ 643033 w 788573"/>
                <a:gd name="connsiteY0" fmla="*/ 0 h 788573"/>
                <a:gd name="connsiteX1" fmla="*/ 643033 w 788573"/>
                <a:gd name="connsiteY1" fmla="*/ 423478 h 788573"/>
                <a:gd name="connsiteX2" fmla="*/ 423478 w 788573"/>
                <a:gd name="connsiteY2" fmla="*/ 643033 h 788573"/>
                <a:gd name="connsiteX3" fmla="*/ 0 w 788573"/>
                <a:gd name="connsiteY3" fmla="*/ 643033 h 788573"/>
                <a:gd name="connsiteX4" fmla="*/ 0 w 788573"/>
                <a:gd name="connsiteY4" fmla="*/ 788574 h 788573"/>
                <a:gd name="connsiteX5" fmla="*/ 423478 w 788573"/>
                <a:gd name="connsiteY5" fmla="*/ 788574 h 788573"/>
                <a:gd name="connsiteX6" fmla="*/ 788574 w 788573"/>
                <a:gd name="connsiteY6" fmla="*/ 423478 h 788573"/>
                <a:gd name="connsiteX7" fmla="*/ 788574 w 788573"/>
                <a:gd name="connsiteY7" fmla="*/ 0 h 788573"/>
                <a:gd name="connsiteX8" fmla="*/ 643033 w 788573"/>
                <a:gd name="connsiteY8" fmla="*/ 0 h 78857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788573" h="788573">
                  <a:moveTo>
                    <a:pt x="643033" y="0"/>
                  </a:moveTo>
                  <a:lnTo>
                    <a:pt x="643033" y="423478"/>
                  </a:lnTo>
                  <a:cubicBezTo>
                    <a:pt x="643033" y="544531"/>
                    <a:pt x="544531" y="643033"/>
                    <a:pt x="423478" y="643033"/>
                  </a:cubicBezTo>
                  <a:lnTo>
                    <a:pt x="0" y="643033"/>
                  </a:lnTo>
                  <a:lnTo>
                    <a:pt x="0" y="788574"/>
                  </a:lnTo>
                  <a:lnTo>
                    <a:pt x="423478" y="788574"/>
                  </a:lnTo>
                  <a:cubicBezTo>
                    <a:pt x="624772" y="788574"/>
                    <a:pt x="788574" y="624772"/>
                    <a:pt x="788574" y="423478"/>
                  </a:cubicBezTo>
                  <a:lnTo>
                    <a:pt x="788574" y="0"/>
                  </a:lnTo>
                  <a:lnTo>
                    <a:pt x="643033" y="0"/>
                  </a:lnTo>
                  <a:close/>
                </a:path>
              </a:pathLst>
            </a:custGeom>
            <a:grpFill/>
            <a:ln w="13822" cap="flat">
              <a:noFill/>
              <a:prstDash val="solid"/>
              <a:miter/>
            </a:ln>
          </p:spPr>
          <p:txBody>
            <a:bodyPr rtlCol="0" anchor="ctr"/>
            <a:lstStyle/>
            <a:p>
              <a:endParaRPr lang="fr-CA" dirty="0"/>
            </a:p>
          </p:txBody>
        </p:sp>
      </p:grpSp>
      <p:sp>
        <p:nvSpPr>
          <p:cNvPr id="12" name="Titre 1">
            <a:extLst>
              <a:ext uri="{FF2B5EF4-FFF2-40B4-BE49-F238E27FC236}">
                <a16:creationId xmlns:a16="http://schemas.microsoft.com/office/drawing/2014/main" id="{5C1AAFA2-CA50-0C02-6B8C-382E6053AC58}"/>
              </a:ext>
            </a:extLst>
          </p:cNvPr>
          <p:cNvSpPr>
            <a:spLocks noGrp="1"/>
          </p:cNvSpPr>
          <p:nvPr>
            <p:ph type="title" hasCustomPrompt="1"/>
          </p:nvPr>
        </p:nvSpPr>
        <p:spPr>
          <a:xfrm>
            <a:off x="2771974" y="2846535"/>
            <a:ext cx="1833273" cy="1183154"/>
          </a:xfrm>
          <a:prstGeom prst="rect">
            <a:avLst/>
          </a:prstGeom>
        </p:spPr>
        <p:txBody>
          <a:bodyPr anchor="ctr"/>
          <a:lstStyle>
            <a:lvl1pPr algn="ctr">
              <a:defRPr sz="11000">
                <a:solidFill>
                  <a:schemeClr val="bg1"/>
                </a:solidFill>
              </a:defRPr>
            </a:lvl1pPr>
          </a:lstStyle>
          <a:p>
            <a:r>
              <a:rPr lang="fr-FR" dirty="0"/>
              <a:t>01</a:t>
            </a:r>
            <a:endParaRPr lang="en-US" dirty="0"/>
          </a:p>
        </p:txBody>
      </p:sp>
      <p:sp>
        <p:nvSpPr>
          <p:cNvPr id="13" name="Espace réservé du texte 2">
            <a:extLst>
              <a:ext uri="{FF2B5EF4-FFF2-40B4-BE49-F238E27FC236}">
                <a16:creationId xmlns:a16="http://schemas.microsoft.com/office/drawing/2014/main" id="{59131B87-8E92-7D6D-57D4-386A1CA63AB5}"/>
              </a:ext>
            </a:extLst>
          </p:cNvPr>
          <p:cNvSpPr>
            <a:spLocks noGrp="1"/>
          </p:cNvSpPr>
          <p:nvPr>
            <p:ph type="body" idx="1"/>
          </p:nvPr>
        </p:nvSpPr>
        <p:spPr>
          <a:xfrm>
            <a:off x="5546785" y="2044460"/>
            <a:ext cx="4349472" cy="2760453"/>
          </a:xfrm>
          <a:prstGeom prst="rect">
            <a:avLst/>
          </a:prstGeom>
        </p:spPr>
        <p:txBody>
          <a:bodyPr anchor="b"/>
          <a:lstStyle>
            <a:lvl1pPr marL="0" indent="0">
              <a:buNone/>
              <a:defRPr sz="3600">
                <a:solidFill>
                  <a:schemeClr val="bg1"/>
                </a:solidFill>
                <a:latin typeface="+mj-lt"/>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pic>
        <p:nvPicPr>
          <p:cNvPr id="14" name="Picture 7">
            <a:extLst>
              <a:ext uri="{FF2B5EF4-FFF2-40B4-BE49-F238E27FC236}">
                <a16:creationId xmlns:a16="http://schemas.microsoft.com/office/drawing/2014/main" id="{961C141D-750B-B5C0-1D6D-042AE830FC62}"/>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575060" y="540181"/>
            <a:ext cx="2442363" cy="546747"/>
          </a:xfrm>
          <a:prstGeom prst="rect">
            <a:avLst/>
          </a:prstGeom>
        </p:spPr>
      </p:pic>
    </p:spTree>
    <p:extLst>
      <p:ext uri="{BB962C8B-B14F-4D97-AF65-F5344CB8AC3E}">
        <p14:creationId xmlns:p14="http://schemas.microsoft.com/office/powerpoint/2010/main" val="369475415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1_2-box 3 col. content - contenu 3 col 2 boites">
    <p:spTree>
      <p:nvGrpSpPr>
        <p:cNvPr id="1" name=""/>
        <p:cNvGrpSpPr/>
        <p:nvPr/>
      </p:nvGrpSpPr>
      <p:grpSpPr>
        <a:xfrm>
          <a:off x="0" y="0"/>
          <a:ext cx="0" cy="0"/>
          <a:chOff x="0" y="0"/>
          <a:chExt cx="0" cy="0"/>
        </a:xfrm>
      </p:grpSpPr>
      <p:sp>
        <p:nvSpPr>
          <p:cNvPr id="3" name="Espace réservé du contenu 2">
            <a:extLst>
              <a:ext uri="{FF2B5EF4-FFF2-40B4-BE49-F238E27FC236}">
                <a16:creationId xmlns:a16="http://schemas.microsoft.com/office/drawing/2014/main" id="{B9AF077E-94E8-410A-941F-1E51B36B3D3C}"/>
              </a:ext>
            </a:extLst>
          </p:cNvPr>
          <p:cNvSpPr>
            <a:spLocks noGrp="1"/>
          </p:cNvSpPr>
          <p:nvPr>
            <p:ph sz="half" idx="1"/>
          </p:nvPr>
        </p:nvSpPr>
        <p:spPr>
          <a:xfrm>
            <a:off x="292100" y="1460500"/>
            <a:ext cx="3911600" cy="4716463"/>
          </a:xfrm>
          <a:prstGeom prst="rect">
            <a:avLst/>
          </a:prstGeom>
          <a:solidFill>
            <a:schemeClr val="tx1"/>
          </a:solidFill>
        </p:spPr>
        <p:txBody>
          <a:bodyPr lIns="360000" tIns="360000" rIns="360000" bIns="360000"/>
          <a:lstStyle>
            <a:lvl1pPr marL="0" indent="0">
              <a:buNone/>
              <a:defRPr sz="2400">
                <a:solidFill>
                  <a:schemeClr val="bg1"/>
                </a:solidFill>
              </a:defRPr>
            </a:lvl1pPr>
            <a:lvl2pPr marL="439200" indent="-180000">
              <a:buClr>
                <a:schemeClr val="accent1"/>
              </a:buClr>
              <a:buFont typeface="Arial" panose="020B0604020202020204" pitchFamily="34" charset="0"/>
              <a:buChar char="•"/>
              <a:defRPr sz="2000">
                <a:solidFill>
                  <a:schemeClr val="bg1"/>
                </a:solidFill>
              </a:defRPr>
            </a:lvl2pPr>
            <a:lvl3pPr marL="838800" indent="-180000">
              <a:buClr>
                <a:schemeClr val="accent1"/>
              </a:buClr>
              <a:buFont typeface="Arial" panose="020B0604020202020204" pitchFamily="34" charset="0"/>
              <a:buChar char="•"/>
              <a:defRPr sz="1800">
                <a:solidFill>
                  <a:schemeClr val="bg1"/>
                </a:solidFill>
              </a:defRPr>
            </a:lvl3pPr>
            <a:lvl4pPr marL="1296000" indent="-180000">
              <a:buClr>
                <a:schemeClr val="accent1"/>
              </a:buClr>
              <a:buFont typeface="Arial" panose="020B0604020202020204" pitchFamily="34" charset="0"/>
              <a:buChar char="•"/>
              <a:defRPr sz="1600">
                <a:solidFill>
                  <a:schemeClr val="bg1"/>
                </a:solidFill>
              </a:defRPr>
            </a:lvl4pPr>
            <a:lvl5pPr marL="1753200" indent="-180000">
              <a:buClr>
                <a:schemeClr val="accent1"/>
              </a:buClr>
              <a:buFont typeface="Arial" panose="020B0604020202020204" pitchFamily="34" charset="0"/>
              <a:buChar char="•"/>
              <a:defRPr sz="1600">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 name="Titre 1">
            <a:extLst>
              <a:ext uri="{FF2B5EF4-FFF2-40B4-BE49-F238E27FC236}">
                <a16:creationId xmlns:a16="http://schemas.microsoft.com/office/drawing/2014/main" id="{FE793A5E-7B93-48E8-B4F6-3D9D924AEA7F}"/>
              </a:ext>
            </a:extLst>
          </p:cNvPr>
          <p:cNvSpPr>
            <a:spLocks noGrp="1"/>
          </p:cNvSpPr>
          <p:nvPr>
            <p:ph type="title"/>
          </p:nvPr>
        </p:nvSpPr>
        <p:spPr>
          <a:xfrm>
            <a:off x="292100" y="146052"/>
            <a:ext cx="8382000" cy="542664"/>
          </a:xfrm>
          <a:prstGeom prst="rect">
            <a:avLst/>
          </a:prstGeom>
        </p:spPr>
        <p:txBody>
          <a:bodyPr anchor="ctr"/>
          <a:lstStyle>
            <a:lvl1pPr>
              <a:defRPr sz="3000">
                <a:solidFill>
                  <a:schemeClr val="bg2"/>
                </a:solidFill>
              </a:defRPr>
            </a:lvl1pPr>
          </a:lstStyle>
          <a:p>
            <a:r>
              <a:rPr lang="en-US"/>
              <a:t>Click to edit Master title style</a:t>
            </a:r>
          </a:p>
        </p:txBody>
      </p:sp>
      <p:sp>
        <p:nvSpPr>
          <p:cNvPr id="13" name="Sous-titre 2">
            <a:extLst>
              <a:ext uri="{FF2B5EF4-FFF2-40B4-BE49-F238E27FC236}">
                <a16:creationId xmlns:a16="http://schemas.microsoft.com/office/drawing/2014/main" id="{D19DF6D4-C0F9-48BA-9108-2E36C3633532}"/>
              </a:ext>
            </a:extLst>
          </p:cNvPr>
          <p:cNvSpPr>
            <a:spLocks noGrp="1"/>
          </p:cNvSpPr>
          <p:nvPr>
            <p:ph type="subTitle" idx="13"/>
          </p:nvPr>
        </p:nvSpPr>
        <p:spPr>
          <a:xfrm>
            <a:off x="292100" y="720468"/>
            <a:ext cx="8382000" cy="415664"/>
          </a:xfrm>
          <a:prstGeom prst="rect">
            <a:avLst/>
          </a:prstGeom>
          <a:noFill/>
        </p:spPr>
        <p:txBody>
          <a:bodyPr lIns="90000" tIns="72000" rIns="90000" bIns="72000" anchor="t"/>
          <a:lstStyle>
            <a:lvl1pPr marL="0" indent="0" algn="l">
              <a:buNone/>
              <a:defRPr sz="2000">
                <a:solidFill>
                  <a:schemeClr val="tx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14" name="Espace réservé du contenu 2">
            <a:extLst>
              <a:ext uri="{FF2B5EF4-FFF2-40B4-BE49-F238E27FC236}">
                <a16:creationId xmlns:a16="http://schemas.microsoft.com/office/drawing/2014/main" id="{6E774ADA-B0FB-478A-8A1E-1171D13518F5}"/>
              </a:ext>
            </a:extLst>
          </p:cNvPr>
          <p:cNvSpPr>
            <a:spLocks noGrp="1"/>
          </p:cNvSpPr>
          <p:nvPr>
            <p:ph sz="half" idx="14"/>
          </p:nvPr>
        </p:nvSpPr>
        <p:spPr>
          <a:xfrm>
            <a:off x="4203700" y="1460500"/>
            <a:ext cx="7696200" cy="4716463"/>
          </a:xfrm>
          <a:prstGeom prst="rect">
            <a:avLst/>
          </a:prstGeom>
          <a:noFill/>
        </p:spPr>
        <p:txBody>
          <a:bodyPr lIns="360000" tIns="360000" rIns="360000" bIns="360000" numCol="2" spcCol="360000"/>
          <a:lstStyle>
            <a:lvl1pPr marL="0" indent="0">
              <a:buNone/>
              <a:defRPr sz="2400">
                <a:solidFill>
                  <a:schemeClr val="tx1"/>
                </a:solidFill>
              </a:defRPr>
            </a:lvl1pPr>
            <a:lvl2pPr marL="439200" indent="-180000">
              <a:buClr>
                <a:schemeClr val="accent1"/>
              </a:buClr>
              <a:buFont typeface="Arial" panose="020B0604020202020204" pitchFamily="34" charset="0"/>
              <a:buChar char="•"/>
              <a:defRPr sz="2000">
                <a:solidFill>
                  <a:schemeClr val="tx1"/>
                </a:solidFill>
              </a:defRPr>
            </a:lvl2pPr>
            <a:lvl3pPr marL="838800" indent="-180000">
              <a:buClr>
                <a:schemeClr val="accent1"/>
              </a:buClr>
              <a:buFont typeface="Arial" panose="020B0604020202020204" pitchFamily="34" charset="0"/>
              <a:buChar char="•"/>
              <a:defRPr sz="1800">
                <a:solidFill>
                  <a:schemeClr val="tx1"/>
                </a:solidFill>
              </a:defRPr>
            </a:lvl3pPr>
            <a:lvl4pPr marL="1296000" indent="-180000">
              <a:buClr>
                <a:schemeClr val="accent1"/>
              </a:buClr>
              <a:buFont typeface="Arial" panose="020B0604020202020204" pitchFamily="34" charset="0"/>
              <a:buChar char="•"/>
              <a:defRPr sz="1600">
                <a:solidFill>
                  <a:schemeClr val="tx1"/>
                </a:solidFill>
              </a:defRPr>
            </a:lvl4pPr>
            <a:lvl5pPr marL="1753200" indent="-180000">
              <a:buClr>
                <a:schemeClr val="accent1"/>
              </a:buClr>
              <a:buFont typeface="Arial" panose="020B0604020202020204" pitchFamily="34" charset="0"/>
              <a:buChar char="•"/>
              <a:defRPr sz="16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2" name="Espace réservé du numéro de diapositive 5">
            <a:extLst>
              <a:ext uri="{FF2B5EF4-FFF2-40B4-BE49-F238E27FC236}">
                <a16:creationId xmlns:a16="http://schemas.microsoft.com/office/drawing/2014/main" id="{32D0FFB6-BEB0-415F-A818-09FB5CA05DED}"/>
              </a:ext>
            </a:extLst>
          </p:cNvPr>
          <p:cNvSpPr>
            <a:spLocks noGrp="1"/>
          </p:cNvSpPr>
          <p:nvPr>
            <p:ph type="sldNum" sz="quarter" idx="12"/>
          </p:nvPr>
        </p:nvSpPr>
        <p:spPr>
          <a:xfrm>
            <a:off x="11290852" y="6419850"/>
            <a:ext cx="685918" cy="365125"/>
          </a:xfrm>
          <a:prstGeom prst="rect">
            <a:avLst/>
          </a:prstGeom>
        </p:spPr>
        <p:txBody>
          <a:bodyPr anchor="b"/>
          <a:lstStyle>
            <a:lvl1pPr algn="r">
              <a:defRPr sz="1050"/>
            </a:lvl1pPr>
          </a:lstStyle>
          <a:p>
            <a:fld id="{D6E8EC4C-53D7-454A-9D22-8E1E154A4606}" type="slidenum">
              <a:rPr lang="en-US" sz="1400" b="1" smtClean="0">
                <a:solidFill>
                  <a:schemeClr val="accent1"/>
                </a:solidFill>
                <a:latin typeface="+mj-lt"/>
              </a:rPr>
              <a:pPr/>
              <a:t>‹#›</a:t>
            </a:fld>
            <a:endParaRPr lang="en-US" sz="1400" b="1" dirty="0">
              <a:solidFill>
                <a:schemeClr val="accent1"/>
              </a:solidFill>
              <a:latin typeface="+mj-lt"/>
            </a:endParaRPr>
          </a:p>
        </p:txBody>
      </p:sp>
      <p:pic>
        <p:nvPicPr>
          <p:cNvPr id="4" name="Image 3">
            <a:extLst>
              <a:ext uri="{FF2B5EF4-FFF2-40B4-BE49-F238E27FC236}">
                <a16:creationId xmlns:a16="http://schemas.microsoft.com/office/drawing/2014/main" id="{680DD089-605C-D270-6133-B32A0147F713}"/>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8953501" y="136525"/>
            <a:ext cx="3124197" cy="698759"/>
          </a:xfrm>
          <a:prstGeom prst="rect">
            <a:avLst/>
          </a:prstGeom>
        </p:spPr>
      </p:pic>
      <p:sp>
        <p:nvSpPr>
          <p:cNvPr id="6" name="Espace réservé du numéro de diapositive 5">
            <a:extLst>
              <a:ext uri="{FF2B5EF4-FFF2-40B4-BE49-F238E27FC236}">
                <a16:creationId xmlns:a16="http://schemas.microsoft.com/office/drawing/2014/main" id="{C02E86E8-D045-09C0-175D-CCA0D938573F}"/>
              </a:ext>
            </a:extLst>
          </p:cNvPr>
          <p:cNvSpPr txBox="1">
            <a:spLocks/>
          </p:cNvSpPr>
          <p:nvPr userDrawn="1"/>
        </p:nvSpPr>
        <p:spPr>
          <a:xfrm>
            <a:off x="5609645" y="6419850"/>
            <a:ext cx="5680304" cy="365125"/>
          </a:xfrm>
          <a:prstGeom prst="rect">
            <a:avLst/>
          </a:prstGeom>
        </p:spPr>
        <p:txBody>
          <a:bodyPr anchor="b"/>
          <a:lstStyle>
            <a:defPPr>
              <a:defRPr lang="en-US"/>
            </a:defPPr>
            <a:lvl1pPr marL="0" algn="r" defTabSz="914400" rtl="0" eaLnBrk="1" latinLnBrk="0" hangingPunct="1">
              <a:defRPr sz="105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sz="1000" dirty="0">
                <a:cs typeface="Calibri Light" panose="020F0302020204030204" pitchFamily="34" charset="0"/>
              </a:rPr>
              <a:t>© Mitsubishi HC Capital Canada 2025. Tous droits réservés. All rights reserved.</a:t>
            </a:r>
            <a:endParaRPr lang="en-US" sz="1000" b="1" dirty="0">
              <a:solidFill>
                <a:schemeClr val="accent1"/>
              </a:solidFill>
              <a:latin typeface="+mj-lt"/>
            </a:endParaRPr>
          </a:p>
        </p:txBody>
      </p:sp>
    </p:spTree>
    <p:extLst>
      <p:ext uri="{BB962C8B-B14F-4D97-AF65-F5344CB8AC3E}">
        <p14:creationId xmlns:p14="http://schemas.microsoft.com/office/powerpoint/2010/main" val="19522925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1_3 box content - contenu 3 boites">
    <p:spTree>
      <p:nvGrpSpPr>
        <p:cNvPr id="1" name=""/>
        <p:cNvGrpSpPr/>
        <p:nvPr/>
      </p:nvGrpSpPr>
      <p:grpSpPr>
        <a:xfrm>
          <a:off x="0" y="0"/>
          <a:ext cx="0" cy="0"/>
          <a:chOff x="0" y="0"/>
          <a:chExt cx="0" cy="0"/>
        </a:xfrm>
      </p:grpSpPr>
      <p:sp>
        <p:nvSpPr>
          <p:cNvPr id="3" name="Espace réservé du contenu 2">
            <a:extLst>
              <a:ext uri="{FF2B5EF4-FFF2-40B4-BE49-F238E27FC236}">
                <a16:creationId xmlns:a16="http://schemas.microsoft.com/office/drawing/2014/main" id="{B9AF077E-94E8-410A-941F-1E51B36B3D3C}"/>
              </a:ext>
            </a:extLst>
          </p:cNvPr>
          <p:cNvSpPr>
            <a:spLocks noGrp="1"/>
          </p:cNvSpPr>
          <p:nvPr>
            <p:ph sz="half" idx="1"/>
          </p:nvPr>
        </p:nvSpPr>
        <p:spPr>
          <a:xfrm>
            <a:off x="292100" y="1460500"/>
            <a:ext cx="3619500" cy="4716463"/>
          </a:xfrm>
          <a:prstGeom prst="rect">
            <a:avLst/>
          </a:prstGeom>
          <a:solidFill>
            <a:schemeClr val="accent5">
              <a:lumMod val="40000"/>
              <a:lumOff val="60000"/>
            </a:schemeClr>
          </a:solidFill>
        </p:spPr>
        <p:txBody>
          <a:bodyPr lIns="360000" tIns="360000" rIns="360000" bIns="360000"/>
          <a:lstStyle>
            <a:lvl1pPr marL="0" indent="0">
              <a:buNone/>
              <a:defRPr sz="2400">
                <a:solidFill>
                  <a:schemeClr val="tx1"/>
                </a:solidFill>
              </a:defRPr>
            </a:lvl1pPr>
            <a:lvl2pPr marL="439200" indent="-180000">
              <a:buClr>
                <a:schemeClr val="accent1"/>
              </a:buClr>
              <a:buFont typeface="Arial" panose="020B0604020202020204" pitchFamily="34" charset="0"/>
              <a:buChar char="•"/>
              <a:defRPr sz="2000">
                <a:solidFill>
                  <a:schemeClr val="tx1"/>
                </a:solidFill>
              </a:defRPr>
            </a:lvl2pPr>
            <a:lvl3pPr marL="838800" indent="-180000">
              <a:buClr>
                <a:schemeClr val="accent1"/>
              </a:buClr>
              <a:buFont typeface="Arial" panose="020B0604020202020204" pitchFamily="34" charset="0"/>
              <a:buChar char="•"/>
              <a:defRPr sz="1800">
                <a:solidFill>
                  <a:schemeClr val="tx1"/>
                </a:solidFill>
              </a:defRPr>
            </a:lvl3pPr>
            <a:lvl4pPr marL="1296000" indent="-180000">
              <a:buClr>
                <a:schemeClr val="accent1"/>
              </a:buClr>
              <a:buFont typeface="Arial" panose="020B0604020202020204" pitchFamily="34" charset="0"/>
              <a:buChar char="•"/>
              <a:defRPr sz="1600">
                <a:solidFill>
                  <a:schemeClr val="tx1"/>
                </a:solidFill>
              </a:defRPr>
            </a:lvl4pPr>
            <a:lvl5pPr marL="1753200" indent="-180000">
              <a:buClr>
                <a:schemeClr val="accent1"/>
              </a:buClr>
              <a:buFont typeface="Arial" panose="020B0604020202020204" pitchFamily="34" charset="0"/>
              <a:buChar char="•"/>
              <a:defRPr sz="16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 name="Espace réservé du contenu 2">
            <a:extLst>
              <a:ext uri="{FF2B5EF4-FFF2-40B4-BE49-F238E27FC236}">
                <a16:creationId xmlns:a16="http://schemas.microsoft.com/office/drawing/2014/main" id="{B483F5BC-E705-4594-8F69-A2584C3409B5}"/>
              </a:ext>
            </a:extLst>
          </p:cNvPr>
          <p:cNvSpPr>
            <a:spLocks noGrp="1"/>
          </p:cNvSpPr>
          <p:nvPr>
            <p:ph sz="half" idx="14"/>
          </p:nvPr>
        </p:nvSpPr>
        <p:spPr>
          <a:xfrm>
            <a:off x="4286250" y="1460500"/>
            <a:ext cx="3619500" cy="4716463"/>
          </a:xfrm>
          <a:prstGeom prst="rect">
            <a:avLst/>
          </a:prstGeom>
          <a:noFill/>
        </p:spPr>
        <p:txBody>
          <a:bodyPr lIns="360000" tIns="360000" rIns="360000" bIns="360000"/>
          <a:lstStyle>
            <a:lvl1pPr marL="0" indent="0">
              <a:buNone/>
              <a:defRPr sz="2400">
                <a:solidFill>
                  <a:schemeClr val="tx1"/>
                </a:solidFill>
              </a:defRPr>
            </a:lvl1pPr>
            <a:lvl2pPr marL="439200" indent="-180000">
              <a:buClr>
                <a:schemeClr val="accent1"/>
              </a:buClr>
              <a:buFont typeface="Arial" panose="020B0604020202020204" pitchFamily="34" charset="0"/>
              <a:buChar char="•"/>
              <a:defRPr sz="2000">
                <a:solidFill>
                  <a:schemeClr val="tx1"/>
                </a:solidFill>
              </a:defRPr>
            </a:lvl2pPr>
            <a:lvl3pPr marL="838800" indent="-180000">
              <a:buClr>
                <a:schemeClr val="accent1"/>
              </a:buClr>
              <a:buFont typeface="Arial" panose="020B0604020202020204" pitchFamily="34" charset="0"/>
              <a:buChar char="•"/>
              <a:defRPr sz="1800">
                <a:solidFill>
                  <a:schemeClr val="tx1"/>
                </a:solidFill>
              </a:defRPr>
            </a:lvl3pPr>
            <a:lvl4pPr marL="1296000" indent="-180000">
              <a:buClr>
                <a:schemeClr val="accent1"/>
              </a:buClr>
              <a:buFont typeface="Arial" panose="020B0604020202020204" pitchFamily="34" charset="0"/>
              <a:buChar char="•"/>
              <a:defRPr sz="1600">
                <a:solidFill>
                  <a:schemeClr val="tx1"/>
                </a:solidFill>
              </a:defRPr>
            </a:lvl4pPr>
            <a:lvl5pPr marL="1753200" indent="-180000">
              <a:buClr>
                <a:schemeClr val="accent1"/>
              </a:buClr>
              <a:buFont typeface="Arial" panose="020B0604020202020204" pitchFamily="34" charset="0"/>
              <a:buChar char="•"/>
              <a:defRPr sz="16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2" name="Espace réservé du contenu 2">
            <a:extLst>
              <a:ext uri="{FF2B5EF4-FFF2-40B4-BE49-F238E27FC236}">
                <a16:creationId xmlns:a16="http://schemas.microsoft.com/office/drawing/2014/main" id="{691BB7B1-4DA3-4707-88B2-30229628DCBC}"/>
              </a:ext>
            </a:extLst>
          </p:cNvPr>
          <p:cNvSpPr>
            <a:spLocks noGrp="1"/>
          </p:cNvSpPr>
          <p:nvPr>
            <p:ph sz="half" idx="15"/>
          </p:nvPr>
        </p:nvSpPr>
        <p:spPr>
          <a:xfrm>
            <a:off x="8280400" y="1460500"/>
            <a:ext cx="3619500" cy="4716463"/>
          </a:xfrm>
          <a:prstGeom prst="rect">
            <a:avLst/>
          </a:prstGeom>
          <a:noFill/>
        </p:spPr>
        <p:txBody>
          <a:bodyPr lIns="360000" tIns="360000" rIns="360000" bIns="360000"/>
          <a:lstStyle>
            <a:lvl1pPr marL="0" indent="0">
              <a:buNone/>
              <a:defRPr sz="2400">
                <a:solidFill>
                  <a:schemeClr val="tx1"/>
                </a:solidFill>
              </a:defRPr>
            </a:lvl1pPr>
            <a:lvl2pPr marL="439200" indent="-180000">
              <a:buClr>
                <a:schemeClr val="accent1"/>
              </a:buClr>
              <a:buFont typeface="Arial" panose="020B0604020202020204" pitchFamily="34" charset="0"/>
              <a:buChar char="•"/>
              <a:defRPr sz="2000">
                <a:solidFill>
                  <a:schemeClr val="tx1"/>
                </a:solidFill>
              </a:defRPr>
            </a:lvl2pPr>
            <a:lvl3pPr marL="838800" indent="-180000">
              <a:buClr>
                <a:schemeClr val="accent1"/>
              </a:buClr>
              <a:buFont typeface="Arial" panose="020B0604020202020204" pitchFamily="34" charset="0"/>
              <a:buChar char="•"/>
              <a:defRPr sz="1800">
                <a:solidFill>
                  <a:schemeClr val="tx1"/>
                </a:solidFill>
              </a:defRPr>
            </a:lvl3pPr>
            <a:lvl4pPr marL="1296000" indent="-180000">
              <a:buClr>
                <a:schemeClr val="accent1"/>
              </a:buClr>
              <a:buFont typeface="Arial" panose="020B0604020202020204" pitchFamily="34" charset="0"/>
              <a:buChar char="•"/>
              <a:defRPr sz="1600">
                <a:solidFill>
                  <a:schemeClr val="tx1"/>
                </a:solidFill>
              </a:defRPr>
            </a:lvl4pPr>
            <a:lvl5pPr marL="1753200" indent="-180000">
              <a:buClr>
                <a:schemeClr val="accent1"/>
              </a:buClr>
              <a:buFont typeface="Arial" panose="020B0604020202020204" pitchFamily="34" charset="0"/>
              <a:buChar char="•"/>
              <a:defRPr sz="16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4" name="Espace réservé du numéro de diapositive 5">
            <a:extLst>
              <a:ext uri="{FF2B5EF4-FFF2-40B4-BE49-F238E27FC236}">
                <a16:creationId xmlns:a16="http://schemas.microsoft.com/office/drawing/2014/main" id="{717A1FF6-DF5A-4BF6-8E12-711B6F956361}"/>
              </a:ext>
            </a:extLst>
          </p:cNvPr>
          <p:cNvSpPr>
            <a:spLocks noGrp="1"/>
          </p:cNvSpPr>
          <p:nvPr>
            <p:ph type="sldNum" sz="quarter" idx="12"/>
          </p:nvPr>
        </p:nvSpPr>
        <p:spPr>
          <a:xfrm>
            <a:off x="11290852" y="6419850"/>
            <a:ext cx="685918" cy="365125"/>
          </a:xfrm>
          <a:prstGeom prst="rect">
            <a:avLst/>
          </a:prstGeom>
        </p:spPr>
        <p:txBody>
          <a:bodyPr anchor="b"/>
          <a:lstStyle>
            <a:lvl1pPr algn="r">
              <a:defRPr sz="1050"/>
            </a:lvl1pPr>
          </a:lstStyle>
          <a:p>
            <a:fld id="{D6E8EC4C-53D7-454A-9D22-8E1E154A4606}" type="slidenum">
              <a:rPr lang="en-US" sz="1400" b="1" smtClean="0">
                <a:solidFill>
                  <a:schemeClr val="accent1"/>
                </a:solidFill>
                <a:latin typeface="+mj-lt"/>
              </a:rPr>
              <a:pPr/>
              <a:t>‹#›</a:t>
            </a:fld>
            <a:endParaRPr lang="en-US" sz="1400" b="1" dirty="0">
              <a:solidFill>
                <a:schemeClr val="accent1"/>
              </a:solidFill>
              <a:latin typeface="+mj-lt"/>
            </a:endParaRPr>
          </a:p>
        </p:txBody>
      </p:sp>
      <p:sp>
        <p:nvSpPr>
          <p:cNvPr id="4" name="Titre 1">
            <a:extLst>
              <a:ext uri="{FF2B5EF4-FFF2-40B4-BE49-F238E27FC236}">
                <a16:creationId xmlns:a16="http://schemas.microsoft.com/office/drawing/2014/main" id="{8D7E29BC-0AA9-3944-1875-DB6E324171AA}"/>
              </a:ext>
            </a:extLst>
          </p:cNvPr>
          <p:cNvSpPr>
            <a:spLocks noGrp="1"/>
          </p:cNvSpPr>
          <p:nvPr>
            <p:ph type="title"/>
          </p:nvPr>
        </p:nvSpPr>
        <p:spPr>
          <a:xfrm>
            <a:off x="292100" y="146052"/>
            <a:ext cx="8382000" cy="542664"/>
          </a:xfrm>
          <a:prstGeom prst="rect">
            <a:avLst/>
          </a:prstGeom>
        </p:spPr>
        <p:txBody>
          <a:bodyPr anchor="ctr"/>
          <a:lstStyle>
            <a:lvl1pPr>
              <a:defRPr sz="3000">
                <a:solidFill>
                  <a:schemeClr val="bg2"/>
                </a:solidFill>
              </a:defRPr>
            </a:lvl1pPr>
          </a:lstStyle>
          <a:p>
            <a:r>
              <a:rPr lang="en-US"/>
              <a:t>Click to edit Master title style</a:t>
            </a:r>
          </a:p>
        </p:txBody>
      </p:sp>
      <p:sp>
        <p:nvSpPr>
          <p:cNvPr id="5" name="Sous-titre 2">
            <a:extLst>
              <a:ext uri="{FF2B5EF4-FFF2-40B4-BE49-F238E27FC236}">
                <a16:creationId xmlns:a16="http://schemas.microsoft.com/office/drawing/2014/main" id="{DBE3BDAB-B470-2A08-BDA3-7F02A6974E9A}"/>
              </a:ext>
            </a:extLst>
          </p:cNvPr>
          <p:cNvSpPr>
            <a:spLocks noGrp="1"/>
          </p:cNvSpPr>
          <p:nvPr>
            <p:ph type="subTitle" idx="13"/>
          </p:nvPr>
        </p:nvSpPr>
        <p:spPr>
          <a:xfrm>
            <a:off x="292100" y="720468"/>
            <a:ext cx="8382000" cy="415664"/>
          </a:xfrm>
          <a:prstGeom prst="rect">
            <a:avLst/>
          </a:prstGeom>
          <a:noFill/>
        </p:spPr>
        <p:txBody>
          <a:bodyPr lIns="90000" tIns="72000" rIns="90000" bIns="72000" anchor="t"/>
          <a:lstStyle>
            <a:lvl1pPr marL="0" indent="0" algn="l">
              <a:buNone/>
              <a:defRPr sz="2000">
                <a:solidFill>
                  <a:schemeClr val="tx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pic>
        <p:nvPicPr>
          <p:cNvPr id="2" name="Image 1">
            <a:extLst>
              <a:ext uri="{FF2B5EF4-FFF2-40B4-BE49-F238E27FC236}">
                <a16:creationId xmlns:a16="http://schemas.microsoft.com/office/drawing/2014/main" id="{FA1B5409-B357-CD2D-B6D6-DDE100C661F4}"/>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8953501" y="136525"/>
            <a:ext cx="3124197" cy="698759"/>
          </a:xfrm>
          <a:prstGeom prst="rect">
            <a:avLst/>
          </a:prstGeom>
        </p:spPr>
      </p:pic>
      <p:sp>
        <p:nvSpPr>
          <p:cNvPr id="7" name="Espace réservé du numéro de diapositive 5">
            <a:extLst>
              <a:ext uri="{FF2B5EF4-FFF2-40B4-BE49-F238E27FC236}">
                <a16:creationId xmlns:a16="http://schemas.microsoft.com/office/drawing/2014/main" id="{4B41C91F-0E79-3968-8FFE-2C15F561D356}"/>
              </a:ext>
            </a:extLst>
          </p:cNvPr>
          <p:cNvSpPr txBox="1">
            <a:spLocks/>
          </p:cNvSpPr>
          <p:nvPr userDrawn="1"/>
        </p:nvSpPr>
        <p:spPr>
          <a:xfrm>
            <a:off x="5609645" y="6419850"/>
            <a:ext cx="5680304" cy="365125"/>
          </a:xfrm>
          <a:prstGeom prst="rect">
            <a:avLst/>
          </a:prstGeom>
        </p:spPr>
        <p:txBody>
          <a:bodyPr anchor="b"/>
          <a:lstStyle>
            <a:defPPr>
              <a:defRPr lang="en-US"/>
            </a:defPPr>
            <a:lvl1pPr marL="0" algn="r" defTabSz="914400" rtl="0" eaLnBrk="1" latinLnBrk="0" hangingPunct="1">
              <a:defRPr sz="105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sz="1000" dirty="0">
                <a:cs typeface="Calibri Light" panose="020F0302020204030204" pitchFamily="34" charset="0"/>
              </a:rPr>
              <a:t>© Mitsubishi HC Capital Canada 2025. Tous droits réservés. All rights reserved.</a:t>
            </a:r>
            <a:endParaRPr lang="en-US" sz="1000" b="1" dirty="0">
              <a:solidFill>
                <a:schemeClr val="accent1"/>
              </a:solidFill>
              <a:latin typeface="+mj-lt"/>
            </a:endParaRPr>
          </a:p>
        </p:txBody>
      </p:sp>
    </p:spTree>
    <p:extLst>
      <p:ext uri="{BB962C8B-B14F-4D97-AF65-F5344CB8AC3E}">
        <p14:creationId xmlns:p14="http://schemas.microsoft.com/office/powerpoint/2010/main" val="200847088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1_50/50 text - image">
    <p:spTree>
      <p:nvGrpSpPr>
        <p:cNvPr id="1" name=""/>
        <p:cNvGrpSpPr/>
        <p:nvPr/>
      </p:nvGrpSpPr>
      <p:grpSpPr>
        <a:xfrm>
          <a:off x="0" y="0"/>
          <a:ext cx="0" cy="0"/>
          <a:chOff x="0" y="0"/>
          <a:chExt cx="0" cy="0"/>
        </a:xfrm>
      </p:grpSpPr>
      <p:sp>
        <p:nvSpPr>
          <p:cNvPr id="16" name="Rectangle 15">
            <a:extLst>
              <a:ext uri="{FF2B5EF4-FFF2-40B4-BE49-F238E27FC236}">
                <a16:creationId xmlns:a16="http://schemas.microsoft.com/office/drawing/2014/main" id="{A79A3D40-84E1-4C94-948D-CEF3749013F5}"/>
              </a:ext>
            </a:extLst>
          </p:cNvPr>
          <p:cNvSpPr/>
          <p:nvPr userDrawn="1"/>
        </p:nvSpPr>
        <p:spPr>
          <a:xfrm>
            <a:off x="292100" y="1393050"/>
            <a:ext cx="5803900" cy="490615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 name="Espace réservé du texte 2">
            <a:extLst>
              <a:ext uri="{FF2B5EF4-FFF2-40B4-BE49-F238E27FC236}">
                <a16:creationId xmlns:a16="http://schemas.microsoft.com/office/drawing/2014/main" id="{2EBEA3FB-90F3-4D46-A242-14959F995A47}"/>
              </a:ext>
            </a:extLst>
          </p:cNvPr>
          <p:cNvSpPr>
            <a:spLocks noGrp="1"/>
          </p:cNvSpPr>
          <p:nvPr>
            <p:ph type="body" idx="1"/>
          </p:nvPr>
        </p:nvSpPr>
        <p:spPr>
          <a:xfrm>
            <a:off x="615156" y="1740435"/>
            <a:ext cx="5157787" cy="823912"/>
          </a:xfrm>
          <a:prstGeom prst="rect">
            <a:avLst/>
          </a:prstGeom>
        </p:spPr>
        <p:txBody>
          <a:bodyPr anchor="b"/>
          <a:lstStyle>
            <a:lvl1pPr marL="0" indent="0">
              <a:buNone/>
              <a:defRPr sz="2400" b="0">
                <a:solidFill>
                  <a:schemeClr val="bg1"/>
                </a:solidFill>
                <a:latin typeface="+mj-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7" name="Espace réservé du texte 2">
            <a:extLst>
              <a:ext uri="{FF2B5EF4-FFF2-40B4-BE49-F238E27FC236}">
                <a16:creationId xmlns:a16="http://schemas.microsoft.com/office/drawing/2014/main" id="{8630E79F-D4C2-46A8-8687-A5714C88303B}"/>
              </a:ext>
            </a:extLst>
          </p:cNvPr>
          <p:cNvSpPr>
            <a:spLocks noGrp="1"/>
          </p:cNvSpPr>
          <p:nvPr>
            <p:ph type="body" idx="14"/>
          </p:nvPr>
        </p:nvSpPr>
        <p:spPr>
          <a:xfrm>
            <a:off x="615156" y="2821264"/>
            <a:ext cx="5157787" cy="3173136"/>
          </a:xfrm>
          <a:prstGeom prst="rect">
            <a:avLst/>
          </a:prstGeom>
        </p:spPr>
        <p:txBody>
          <a:bodyPr anchor="t"/>
          <a:lstStyle>
            <a:lvl1pPr marL="0" indent="0">
              <a:buNone/>
              <a:defRPr sz="1800" b="0">
                <a:solidFill>
                  <a:schemeClr val="bg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9" name="Espace réservé pour une image  18">
            <a:extLst>
              <a:ext uri="{FF2B5EF4-FFF2-40B4-BE49-F238E27FC236}">
                <a16:creationId xmlns:a16="http://schemas.microsoft.com/office/drawing/2014/main" id="{725C576E-4E39-4450-9D29-69E336D99D01}"/>
              </a:ext>
            </a:extLst>
          </p:cNvPr>
          <p:cNvSpPr>
            <a:spLocks noGrp="1"/>
          </p:cNvSpPr>
          <p:nvPr>
            <p:ph type="pic" sz="quarter" idx="15"/>
          </p:nvPr>
        </p:nvSpPr>
        <p:spPr>
          <a:xfrm>
            <a:off x="6096001" y="1392793"/>
            <a:ext cx="5803900" cy="4906150"/>
          </a:xfrm>
          <a:prstGeom prst="rect">
            <a:avLst/>
          </a:prstGeom>
        </p:spPr>
        <p:txBody>
          <a:bodyPr/>
          <a:lstStyle/>
          <a:p>
            <a:r>
              <a:rPr lang="en-US" dirty="0"/>
              <a:t>Click icon to add picture</a:t>
            </a:r>
          </a:p>
        </p:txBody>
      </p:sp>
      <p:sp>
        <p:nvSpPr>
          <p:cNvPr id="11" name="Espace réservé du numéro de diapositive 5">
            <a:extLst>
              <a:ext uri="{FF2B5EF4-FFF2-40B4-BE49-F238E27FC236}">
                <a16:creationId xmlns:a16="http://schemas.microsoft.com/office/drawing/2014/main" id="{911CC7C8-E969-47C4-BE69-A7BAB08271A0}"/>
              </a:ext>
            </a:extLst>
          </p:cNvPr>
          <p:cNvSpPr>
            <a:spLocks noGrp="1"/>
          </p:cNvSpPr>
          <p:nvPr>
            <p:ph type="sldNum" sz="quarter" idx="12"/>
          </p:nvPr>
        </p:nvSpPr>
        <p:spPr>
          <a:xfrm>
            <a:off x="11290852" y="6419850"/>
            <a:ext cx="685918" cy="365125"/>
          </a:xfrm>
          <a:prstGeom prst="rect">
            <a:avLst/>
          </a:prstGeom>
        </p:spPr>
        <p:txBody>
          <a:bodyPr anchor="b"/>
          <a:lstStyle>
            <a:lvl1pPr algn="r">
              <a:defRPr sz="1050"/>
            </a:lvl1pPr>
          </a:lstStyle>
          <a:p>
            <a:fld id="{D6E8EC4C-53D7-454A-9D22-8E1E154A4606}" type="slidenum">
              <a:rPr lang="en-US" sz="1400" b="1" smtClean="0">
                <a:solidFill>
                  <a:schemeClr val="accent1"/>
                </a:solidFill>
                <a:latin typeface="+mj-lt"/>
              </a:rPr>
              <a:pPr/>
              <a:t>‹#›</a:t>
            </a:fld>
            <a:endParaRPr lang="en-US" sz="1400" b="1" dirty="0">
              <a:solidFill>
                <a:schemeClr val="accent1"/>
              </a:solidFill>
              <a:latin typeface="+mj-lt"/>
            </a:endParaRPr>
          </a:p>
        </p:txBody>
      </p:sp>
      <p:sp>
        <p:nvSpPr>
          <p:cNvPr id="2" name="Titre 1">
            <a:extLst>
              <a:ext uri="{FF2B5EF4-FFF2-40B4-BE49-F238E27FC236}">
                <a16:creationId xmlns:a16="http://schemas.microsoft.com/office/drawing/2014/main" id="{355430FF-6B70-F789-4A72-F705F986F757}"/>
              </a:ext>
            </a:extLst>
          </p:cNvPr>
          <p:cNvSpPr>
            <a:spLocks noGrp="1"/>
          </p:cNvSpPr>
          <p:nvPr>
            <p:ph type="title"/>
          </p:nvPr>
        </p:nvSpPr>
        <p:spPr>
          <a:xfrm>
            <a:off x="292100" y="146052"/>
            <a:ext cx="8382000" cy="542664"/>
          </a:xfrm>
          <a:prstGeom prst="rect">
            <a:avLst/>
          </a:prstGeom>
        </p:spPr>
        <p:txBody>
          <a:bodyPr anchor="ctr"/>
          <a:lstStyle>
            <a:lvl1pPr>
              <a:defRPr sz="3000">
                <a:solidFill>
                  <a:schemeClr val="bg2"/>
                </a:solidFill>
              </a:defRPr>
            </a:lvl1pPr>
          </a:lstStyle>
          <a:p>
            <a:r>
              <a:rPr lang="en-US"/>
              <a:t>Click to edit Master title style</a:t>
            </a:r>
          </a:p>
        </p:txBody>
      </p:sp>
      <p:sp>
        <p:nvSpPr>
          <p:cNvPr id="4" name="Sous-titre 2">
            <a:extLst>
              <a:ext uri="{FF2B5EF4-FFF2-40B4-BE49-F238E27FC236}">
                <a16:creationId xmlns:a16="http://schemas.microsoft.com/office/drawing/2014/main" id="{3C547173-FEB6-4D86-64C3-FCF89D585E6F}"/>
              </a:ext>
            </a:extLst>
          </p:cNvPr>
          <p:cNvSpPr>
            <a:spLocks noGrp="1"/>
          </p:cNvSpPr>
          <p:nvPr>
            <p:ph type="subTitle" idx="13"/>
          </p:nvPr>
        </p:nvSpPr>
        <p:spPr>
          <a:xfrm>
            <a:off x="292100" y="720468"/>
            <a:ext cx="8382000" cy="415664"/>
          </a:xfrm>
          <a:prstGeom prst="rect">
            <a:avLst/>
          </a:prstGeom>
          <a:noFill/>
        </p:spPr>
        <p:txBody>
          <a:bodyPr lIns="90000" tIns="72000" rIns="90000" bIns="72000" anchor="t"/>
          <a:lstStyle>
            <a:lvl1pPr marL="0" indent="0" algn="l">
              <a:buNone/>
              <a:defRPr sz="2000">
                <a:solidFill>
                  <a:schemeClr val="tx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pic>
        <p:nvPicPr>
          <p:cNvPr id="5" name="Image 4">
            <a:extLst>
              <a:ext uri="{FF2B5EF4-FFF2-40B4-BE49-F238E27FC236}">
                <a16:creationId xmlns:a16="http://schemas.microsoft.com/office/drawing/2014/main" id="{569EA723-6A35-5BD3-C898-EA6B7B966EBC}"/>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8953501" y="136525"/>
            <a:ext cx="3124197" cy="698759"/>
          </a:xfrm>
          <a:prstGeom prst="rect">
            <a:avLst/>
          </a:prstGeom>
        </p:spPr>
      </p:pic>
      <p:sp>
        <p:nvSpPr>
          <p:cNvPr id="7" name="Espace réservé du numéro de diapositive 5">
            <a:extLst>
              <a:ext uri="{FF2B5EF4-FFF2-40B4-BE49-F238E27FC236}">
                <a16:creationId xmlns:a16="http://schemas.microsoft.com/office/drawing/2014/main" id="{CF5B33DF-6E29-28FE-FB60-78A4EB87F21C}"/>
              </a:ext>
            </a:extLst>
          </p:cNvPr>
          <p:cNvSpPr txBox="1">
            <a:spLocks/>
          </p:cNvSpPr>
          <p:nvPr userDrawn="1"/>
        </p:nvSpPr>
        <p:spPr>
          <a:xfrm>
            <a:off x="5609645" y="6419850"/>
            <a:ext cx="5680304" cy="365125"/>
          </a:xfrm>
          <a:prstGeom prst="rect">
            <a:avLst/>
          </a:prstGeom>
        </p:spPr>
        <p:txBody>
          <a:bodyPr anchor="b"/>
          <a:lstStyle>
            <a:defPPr>
              <a:defRPr lang="en-US"/>
            </a:defPPr>
            <a:lvl1pPr marL="0" algn="r" defTabSz="914400" rtl="0" eaLnBrk="1" latinLnBrk="0" hangingPunct="1">
              <a:defRPr sz="105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sz="1000" dirty="0">
                <a:cs typeface="Calibri Light" panose="020F0302020204030204" pitchFamily="34" charset="0"/>
              </a:rPr>
              <a:t>© Mitsubishi HC Capital Canada 2025. Tous droits réservés. All rights reserved.</a:t>
            </a:r>
            <a:endParaRPr lang="en-US" sz="1000" b="1" dirty="0">
              <a:solidFill>
                <a:schemeClr val="accent1"/>
              </a:solidFill>
              <a:latin typeface="+mj-lt"/>
            </a:endParaRPr>
          </a:p>
        </p:txBody>
      </p:sp>
    </p:spTree>
    <p:extLst>
      <p:ext uri="{BB962C8B-B14F-4D97-AF65-F5344CB8AC3E}">
        <p14:creationId xmlns:p14="http://schemas.microsoft.com/office/powerpoint/2010/main" val="515772143"/>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1_1/3_text - 2/3_image-graph - no background">
    <p:spTree>
      <p:nvGrpSpPr>
        <p:cNvPr id="1" name=""/>
        <p:cNvGrpSpPr/>
        <p:nvPr/>
      </p:nvGrpSpPr>
      <p:grpSpPr>
        <a:xfrm>
          <a:off x="0" y="0"/>
          <a:ext cx="0" cy="0"/>
          <a:chOff x="0" y="0"/>
          <a:chExt cx="0" cy="0"/>
        </a:xfrm>
      </p:grpSpPr>
      <p:sp>
        <p:nvSpPr>
          <p:cNvPr id="3" name="Espace réservé du texte 2">
            <a:extLst>
              <a:ext uri="{FF2B5EF4-FFF2-40B4-BE49-F238E27FC236}">
                <a16:creationId xmlns:a16="http://schemas.microsoft.com/office/drawing/2014/main" id="{2EBEA3FB-90F3-4D46-A242-14959F995A47}"/>
              </a:ext>
            </a:extLst>
          </p:cNvPr>
          <p:cNvSpPr>
            <a:spLocks noGrp="1"/>
          </p:cNvSpPr>
          <p:nvPr>
            <p:ph type="body" idx="1"/>
          </p:nvPr>
        </p:nvSpPr>
        <p:spPr>
          <a:xfrm>
            <a:off x="292101" y="1392792"/>
            <a:ext cx="4127500" cy="1159907"/>
          </a:xfrm>
          <a:prstGeom prst="rect">
            <a:avLst/>
          </a:prstGeom>
        </p:spPr>
        <p:txBody>
          <a:bodyPr anchor="t"/>
          <a:lstStyle>
            <a:lvl1pPr marL="0" indent="0">
              <a:buNone/>
              <a:defRPr sz="2400" b="0">
                <a:solidFill>
                  <a:schemeClr val="tx1"/>
                </a:solidFill>
                <a:latin typeface="+mj-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7" name="Espace réservé du texte 2">
            <a:extLst>
              <a:ext uri="{FF2B5EF4-FFF2-40B4-BE49-F238E27FC236}">
                <a16:creationId xmlns:a16="http://schemas.microsoft.com/office/drawing/2014/main" id="{8630E79F-D4C2-46A8-8687-A5714C88303B}"/>
              </a:ext>
            </a:extLst>
          </p:cNvPr>
          <p:cNvSpPr>
            <a:spLocks noGrp="1"/>
          </p:cNvSpPr>
          <p:nvPr>
            <p:ph type="body" idx="14"/>
          </p:nvPr>
        </p:nvSpPr>
        <p:spPr>
          <a:xfrm>
            <a:off x="292101" y="2705099"/>
            <a:ext cx="4127500" cy="3593843"/>
          </a:xfrm>
          <a:prstGeom prst="rect">
            <a:avLst/>
          </a:prstGeom>
        </p:spPr>
        <p:txBody>
          <a:bodyPr anchor="t"/>
          <a:lstStyle>
            <a:lvl1pPr marL="0" indent="0">
              <a:buNone/>
              <a:defRPr sz="18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8" name="Espace réservé du contenu 2">
            <a:extLst>
              <a:ext uri="{FF2B5EF4-FFF2-40B4-BE49-F238E27FC236}">
                <a16:creationId xmlns:a16="http://schemas.microsoft.com/office/drawing/2014/main" id="{72495BEA-529C-47B8-880F-141CF8A9C88E}"/>
              </a:ext>
            </a:extLst>
          </p:cNvPr>
          <p:cNvSpPr>
            <a:spLocks noGrp="1"/>
          </p:cNvSpPr>
          <p:nvPr>
            <p:ph sz="half" idx="15"/>
          </p:nvPr>
        </p:nvSpPr>
        <p:spPr>
          <a:xfrm>
            <a:off x="4762500" y="1392792"/>
            <a:ext cx="7137399" cy="4906150"/>
          </a:xfrm>
          <a:prstGeom prst="rect">
            <a:avLst/>
          </a:prstGeom>
          <a:noFill/>
        </p:spPr>
        <p:txBody>
          <a:bodyPr lIns="72000" tIns="72000" rIns="72000" bIns="72000" numCol="1" spcCol="360000"/>
          <a:lstStyle>
            <a:lvl1pPr marL="0" indent="0">
              <a:buNone/>
              <a:defRPr sz="2400">
                <a:solidFill>
                  <a:schemeClr val="tx1"/>
                </a:solidFill>
              </a:defRPr>
            </a:lvl1pPr>
            <a:lvl2pPr marL="439200" indent="-180000">
              <a:buClr>
                <a:schemeClr val="accent1"/>
              </a:buClr>
              <a:buFont typeface="Arial" panose="020B0604020202020204" pitchFamily="34" charset="0"/>
              <a:buChar char="•"/>
              <a:defRPr sz="2000">
                <a:solidFill>
                  <a:schemeClr val="tx1"/>
                </a:solidFill>
              </a:defRPr>
            </a:lvl2pPr>
            <a:lvl3pPr marL="838800" indent="-180000">
              <a:buClr>
                <a:schemeClr val="accent1"/>
              </a:buClr>
              <a:buFont typeface="Arial" panose="020B0604020202020204" pitchFamily="34" charset="0"/>
              <a:buChar char="•"/>
              <a:defRPr sz="1800">
                <a:solidFill>
                  <a:schemeClr val="tx1"/>
                </a:solidFill>
              </a:defRPr>
            </a:lvl3pPr>
            <a:lvl4pPr marL="1296000" indent="-180000">
              <a:buClr>
                <a:schemeClr val="accent1"/>
              </a:buClr>
              <a:buFont typeface="Arial" panose="020B0604020202020204" pitchFamily="34" charset="0"/>
              <a:buChar char="•"/>
              <a:defRPr sz="1600">
                <a:solidFill>
                  <a:schemeClr val="tx1"/>
                </a:solidFill>
              </a:defRPr>
            </a:lvl4pPr>
            <a:lvl5pPr marL="1753200" indent="-180000">
              <a:buClr>
                <a:schemeClr val="accent1"/>
              </a:buClr>
              <a:buFont typeface="Arial" panose="020B0604020202020204" pitchFamily="34" charset="0"/>
              <a:buChar char="•"/>
              <a:defRPr sz="16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 name="Espace réservé du numéro de diapositive 5">
            <a:extLst>
              <a:ext uri="{FF2B5EF4-FFF2-40B4-BE49-F238E27FC236}">
                <a16:creationId xmlns:a16="http://schemas.microsoft.com/office/drawing/2014/main" id="{C48286AC-0A86-48CB-B688-74B85F267F27}"/>
              </a:ext>
            </a:extLst>
          </p:cNvPr>
          <p:cNvSpPr>
            <a:spLocks noGrp="1"/>
          </p:cNvSpPr>
          <p:nvPr>
            <p:ph type="sldNum" sz="quarter" idx="12"/>
          </p:nvPr>
        </p:nvSpPr>
        <p:spPr>
          <a:xfrm>
            <a:off x="11290852" y="6419850"/>
            <a:ext cx="685918" cy="365125"/>
          </a:xfrm>
          <a:prstGeom prst="rect">
            <a:avLst/>
          </a:prstGeom>
        </p:spPr>
        <p:txBody>
          <a:bodyPr anchor="b"/>
          <a:lstStyle>
            <a:lvl1pPr algn="r">
              <a:defRPr sz="1050"/>
            </a:lvl1pPr>
          </a:lstStyle>
          <a:p>
            <a:fld id="{D6E8EC4C-53D7-454A-9D22-8E1E154A4606}" type="slidenum">
              <a:rPr lang="en-US" sz="1400" b="1" smtClean="0">
                <a:solidFill>
                  <a:schemeClr val="accent1"/>
                </a:solidFill>
                <a:latin typeface="+mj-lt"/>
              </a:rPr>
              <a:pPr/>
              <a:t>‹#›</a:t>
            </a:fld>
            <a:endParaRPr lang="en-US" sz="1400" b="1" dirty="0">
              <a:solidFill>
                <a:schemeClr val="accent1"/>
              </a:solidFill>
              <a:latin typeface="+mj-lt"/>
            </a:endParaRPr>
          </a:p>
        </p:txBody>
      </p:sp>
      <p:sp>
        <p:nvSpPr>
          <p:cNvPr id="2" name="Titre 1">
            <a:extLst>
              <a:ext uri="{FF2B5EF4-FFF2-40B4-BE49-F238E27FC236}">
                <a16:creationId xmlns:a16="http://schemas.microsoft.com/office/drawing/2014/main" id="{7FF57F95-8001-9CFE-9AE3-49DF19198CDC}"/>
              </a:ext>
            </a:extLst>
          </p:cNvPr>
          <p:cNvSpPr>
            <a:spLocks noGrp="1"/>
          </p:cNvSpPr>
          <p:nvPr>
            <p:ph type="title"/>
          </p:nvPr>
        </p:nvSpPr>
        <p:spPr>
          <a:xfrm>
            <a:off x="292100" y="146052"/>
            <a:ext cx="8382000" cy="542664"/>
          </a:xfrm>
          <a:prstGeom prst="rect">
            <a:avLst/>
          </a:prstGeom>
        </p:spPr>
        <p:txBody>
          <a:bodyPr anchor="ctr"/>
          <a:lstStyle>
            <a:lvl1pPr>
              <a:defRPr sz="3000">
                <a:solidFill>
                  <a:schemeClr val="bg2"/>
                </a:solidFill>
              </a:defRPr>
            </a:lvl1pPr>
          </a:lstStyle>
          <a:p>
            <a:r>
              <a:rPr lang="en-US"/>
              <a:t>Click to edit Master title style</a:t>
            </a:r>
          </a:p>
        </p:txBody>
      </p:sp>
      <p:sp>
        <p:nvSpPr>
          <p:cNvPr id="4" name="Sous-titre 2">
            <a:extLst>
              <a:ext uri="{FF2B5EF4-FFF2-40B4-BE49-F238E27FC236}">
                <a16:creationId xmlns:a16="http://schemas.microsoft.com/office/drawing/2014/main" id="{06246886-0A51-2FBD-6719-C623C4D1D51C}"/>
              </a:ext>
            </a:extLst>
          </p:cNvPr>
          <p:cNvSpPr>
            <a:spLocks noGrp="1"/>
          </p:cNvSpPr>
          <p:nvPr>
            <p:ph type="subTitle" idx="13"/>
          </p:nvPr>
        </p:nvSpPr>
        <p:spPr>
          <a:xfrm>
            <a:off x="292100" y="720468"/>
            <a:ext cx="8382000" cy="415664"/>
          </a:xfrm>
          <a:prstGeom prst="rect">
            <a:avLst/>
          </a:prstGeom>
          <a:noFill/>
        </p:spPr>
        <p:txBody>
          <a:bodyPr lIns="90000" tIns="72000" rIns="90000" bIns="72000" anchor="t"/>
          <a:lstStyle>
            <a:lvl1pPr marL="0" indent="0" algn="l">
              <a:buNone/>
              <a:defRPr sz="2000">
                <a:solidFill>
                  <a:schemeClr val="tx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pic>
        <p:nvPicPr>
          <p:cNvPr id="5" name="Image 4">
            <a:extLst>
              <a:ext uri="{FF2B5EF4-FFF2-40B4-BE49-F238E27FC236}">
                <a16:creationId xmlns:a16="http://schemas.microsoft.com/office/drawing/2014/main" id="{1358E407-2644-ACAB-B203-4AE184F7A7BC}"/>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8953501" y="136525"/>
            <a:ext cx="3124197" cy="698759"/>
          </a:xfrm>
          <a:prstGeom prst="rect">
            <a:avLst/>
          </a:prstGeom>
        </p:spPr>
      </p:pic>
      <p:sp>
        <p:nvSpPr>
          <p:cNvPr id="7" name="Espace réservé du numéro de diapositive 5">
            <a:extLst>
              <a:ext uri="{FF2B5EF4-FFF2-40B4-BE49-F238E27FC236}">
                <a16:creationId xmlns:a16="http://schemas.microsoft.com/office/drawing/2014/main" id="{F898637F-483D-C480-5C99-BF36508554D9}"/>
              </a:ext>
            </a:extLst>
          </p:cNvPr>
          <p:cNvSpPr txBox="1">
            <a:spLocks/>
          </p:cNvSpPr>
          <p:nvPr userDrawn="1"/>
        </p:nvSpPr>
        <p:spPr>
          <a:xfrm>
            <a:off x="5609645" y="6419850"/>
            <a:ext cx="5680304" cy="365125"/>
          </a:xfrm>
          <a:prstGeom prst="rect">
            <a:avLst/>
          </a:prstGeom>
        </p:spPr>
        <p:txBody>
          <a:bodyPr anchor="b"/>
          <a:lstStyle>
            <a:defPPr>
              <a:defRPr lang="en-US"/>
            </a:defPPr>
            <a:lvl1pPr marL="0" algn="r" defTabSz="914400" rtl="0" eaLnBrk="1" latinLnBrk="0" hangingPunct="1">
              <a:defRPr sz="105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sz="1000" dirty="0">
                <a:cs typeface="Calibri Light" panose="020F0302020204030204" pitchFamily="34" charset="0"/>
              </a:rPr>
              <a:t>© Mitsubishi HC Capital Canada 2025. Tous droits réservés. All rights reserved.</a:t>
            </a:r>
            <a:endParaRPr lang="en-US" sz="1000" b="1" dirty="0">
              <a:solidFill>
                <a:schemeClr val="accent1"/>
              </a:solidFill>
              <a:latin typeface="+mj-lt"/>
            </a:endParaRPr>
          </a:p>
        </p:txBody>
      </p:sp>
    </p:spTree>
    <p:extLst>
      <p:ext uri="{BB962C8B-B14F-4D97-AF65-F5344CB8AC3E}">
        <p14:creationId xmlns:p14="http://schemas.microsoft.com/office/powerpoint/2010/main" val="838100597"/>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1_data highlight - souligne des donnees">
    <p:spTree>
      <p:nvGrpSpPr>
        <p:cNvPr id="1" name=""/>
        <p:cNvGrpSpPr/>
        <p:nvPr/>
      </p:nvGrpSpPr>
      <p:grpSpPr>
        <a:xfrm>
          <a:off x="0" y="0"/>
          <a:ext cx="0" cy="0"/>
          <a:chOff x="0" y="0"/>
          <a:chExt cx="0" cy="0"/>
        </a:xfrm>
      </p:grpSpPr>
      <p:sp>
        <p:nvSpPr>
          <p:cNvPr id="3" name="Espace réservé du texte 2">
            <a:extLst>
              <a:ext uri="{FF2B5EF4-FFF2-40B4-BE49-F238E27FC236}">
                <a16:creationId xmlns:a16="http://schemas.microsoft.com/office/drawing/2014/main" id="{2EBEA3FB-90F3-4D46-A242-14959F995A47}"/>
              </a:ext>
            </a:extLst>
          </p:cNvPr>
          <p:cNvSpPr>
            <a:spLocks noGrp="1"/>
          </p:cNvSpPr>
          <p:nvPr>
            <p:ph type="body" idx="1"/>
          </p:nvPr>
        </p:nvSpPr>
        <p:spPr>
          <a:xfrm>
            <a:off x="292101" y="1392792"/>
            <a:ext cx="11584918" cy="2371985"/>
          </a:xfrm>
          <a:prstGeom prst="rect">
            <a:avLst/>
          </a:prstGeom>
        </p:spPr>
        <p:txBody>
          <a:bodyPr anchor="t"/>
          <a:lstStyle>
            <a:lvl1pPr marL="0" indent="0">
              <a:buNone/>
              <a:defRPr sz="2400" b="0">
                <a:solidFill>
                  <a:schemeClr val="tx1"/>
                </a:solidFill>
                <a:latin typeface="+mj-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7" name="Espace réservé du texte 2">
            <a:extLst>
              <a:ext uri="{FF2B5EF4-FFF2-40B4-BE49-F238E27FC236}">
                <a16:creationId xmlns:a16="http://schemas.microsoft.com/office/drawing/2014/main" id="{8630E79F-D4C2-46A8-8687-A5714C88303B}"/>
              </a:ext>
            </a:extLst>
          </p:cNvPr>
          <p:cNvSpPr>
            <a:spLocks noGrp="1"/>
          </p:cNvSpPr>
          <p:nvPr>
            <p:ph type="body" idx="14"/>
          </p:nvPr>
        </p:nvSpPr>
        <p:spPr>
          <a:xfrm>
            <a:off x="292101" y="5164436"/>
            <a:ext cx="5473700" cy="791864"/>
          </a:xfrm>
          <a:prstGeom prst="rect">
            <a:avLst/>
          </a:prstGeom>
        </p:spPr>
        <p:txBody>
          <a:bodyPr anchor="t"/>
          <a:lstStyle>
            <a:lvl1pPr marL="0" indent="0">
              <a:buNone/>
              <a:defRPr sz="18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9" name="Espace réservé du texte 2">
            <a:extLst>
              <a:ext uri="{FF2B5EF4-FFF2-40B4-BE49-F238E27FC236}">
                <a16:creationId xmlns:a16="http://schemas.microsoft.com/office/drawing/2014/main" id="{30AD63EF-8251-455A-943D-C2FBF900A7F0}"/>
              </a:ext>
            </a:extLst>
          </p:cNvPr>
          <p:cNvSpPr>
            <a:spLocks noGrp="1"/>
          </p:cNvSpPr>
          <p:nvPr>
            <p:ph type="body" idx="15" hasCustomPrompt="1"/>
          </p:nvPr>
        </p:nvSpPr>
        <p:spPr>
          <a:xfrm>
            <a:off x="292101" y="4212194"/>
            <a:ext cx="5473700" cy="926842"/>
          </a:xfrm>
          <a:prstGeom prst="rect">
            <a:avLst/>
          </a:prstGeom>
        </p:spPr>
        <p:txBody>
          <a:bodyPr anchor="t"/>
          <a:lstStyle>
            <a:lvl1pPr marL="0" indent="0">
              <a:buNone/>
              <a:defRPr sz="6000" b="0">
                <a:solidFill>
                  <a:schemeClr val="accent1"/>
                </a:solidFill>
                <a:latin typeface="+mj-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r-FR"/>
              <a:t>100 %</a:t>
            </a:r>
          </a:p>
        </p:txBody>
      </p:sp>
      <p:cxnSp>
        <p:nvCxnSpPr>
          <p:cNvPr id="6" name="Connecteur droit 5">
            <a:extLst>
              <a:ext uri="{FF2B5EF4-FFF2-40B4-BE49-F238E27FC236}">
                <a16:creationId xmlns:a16="http://schemas.microsoft.com/office/drawing/2014/main" id="{AAAB538C-D14A-4194-AAA0-6DEB9B616F3C}"/>
              </a:ext>
            </a:extLst>
          </p:cNvPr>
          <p:cNvCxnSpPr>
            <a:cxnSpLocks/>
          </p:cNvCxnSpPr>
          <p:nvPr userDrawn="1"/>
        </p:nvCxnSpPr>
        <p:spPr>
          <a:xfrm>
            <a:off x="6096000" y="4027786"/>
            <a:ext cx="0" cy="2131714"/>
          </a:xfrm>
          <a:prstGeom prst="line">
            <a:avLst/>
          </a:prstGeom>
        </p:spPr>
        <p:style>
          <a:lnRef idx="1">
            <a:schemeClr val="accent5"/>
          </a:lnRef>
          <a:fillRef idx="0">
            <a:schemeClr val="accent5"/>
          </a:fillRef>
          <a:effectRef idx="0">
            <a:schemeClr val="accent5"/>
          </a:effectRef>
          <a:fontRef idx="minor">
            <a:schemeClr val="tx1"/>
          </a:fontRef>
        </p:style>
      </p:cxnSp>
      <p:sp>
        <p:nvSpPr>
          <p:cNvPr id="19" name="Espace réservé du texte 2">
            <a:extLst>
              <a:ext uri="{FF2B5EF4-FFF2-40B4-BE49-F238E27FC236}">
                <a16:creationId xmlns:a16="http://schemas.microsoft.com/office/drawing/2014/main" id="{5DB4C81D-79BB-49D1-AB60-DA24C66C686C}"/>
              </a:ext>
            </a:extLst>
          </p:cNvPr>
          <p:cNvSpPr>
            <a:spLocks noGrp="1"/>
          </p:cNvSpPr>
          <p:nvPr>
            <p:ph type="body" idx="16"/>
          </p:nvPr>
        </p:nvSpPr>
        <p:spPr>
          <a:xfrm>
            <a:off x="6426201" y="5164436"/>
            <a:ext cx="5450818" cy="791864"/>
          </a:xfrm>
          <a:prstGeom prst="rect">
            <a:avLst/>
          </a:prstGeom>
        </p:spPr>
        <p:txBody>
          <a:bodyPr anchor="t"/>
          <a:lstStyle>
            <a:lvl1pPr marL="0" indent="0">
              <a:buNone/>
              <a:defRPr sz="18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2" name="Espace réservé du texte 2">
            <a:extLst>
              <a:ext uri="{FF2B5EF4-FFF2-40B4-BE49-F238E27FC236}">
                <a16:creationId xmlns:a16="http://schemas.microsoft.com/office/drawing/2014/main" id="{17F8EB1F-235F-4F56-9E3A-74E68BBEC6B1}"/>
              </a:ext>
            </a:extLst>
          </p:cNvPr>
          <p:cNvSpPr>
            <a:spLocks noGrp="1"/>
          </p:cNvSpPr>
          <p:nvPr>
            <p:ph type="body" idx="17" hasCustomPrompt="1"/>
          </p:nvPr>
        </p:nvSpPr>
        <p:spPr>
          <a:xfrm>
            <a:off x="6426201" y="4212194"/>
            <a:ext cx="5450818" cy="926842"/>
          </a:xfrm>
          <a:prstGeom prst="rect">
            <a:avLst/>
          </a:prstGeom>
        </p:spPr>
        <p:txBody>
          <a:bodyPr anchor="t"/>
          <a:lstStyle>
            <a:lvl1pPr marL="0" indent="0">
              <a:buNone/>
              <a:defRPr sz="6000" b="0">
                <a:solidFill>
                  <a:schemeClr val="accent1"/>
                </a:solidFill>
                <a:latin typeface="+mj-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r-FR"/>
              <a:t>167,850</a:t>
            </a:r>
          </a:p>
        </p:txBody>
      </p:sp>
      <p:sp>
        <p:nvSpPr>
          <p:cNvPr id="15" name="Espace réservé du numéro de diapositive 5">
            <a:extLst>
              <a:ext uri="{FF2B5EF4-FFF2-40B4-BE49-F238E27FC236}">
                <a16:creationId xmlns:a16="http://schemas.microsoft.com/office/drawing/2014/main" id="{5A4D534E-EC4B-48BC-8640-B0D4BD66CCE8}"/>
              </a:ext>
            </a:extLst>
          </p:cNvPr>
          <p:cNvSpPr>
            <a:spLocks noGrp="1"/>
          </p:cNvSpPr>
          <p:nvPr>
            <p:ph type="sldNum" sz="quarter" idx="12"/>
          </p:nvPr>
        </p:nvSpPr>
        <p:spPr>
          <a:xfrm>
            <a:off x="11290852" y="6419850"/>
            <a:ext cx="685918" cy="365125"/>
          </a:xfrm>
          <a:prstGeom prst="rect">
            <a:avLst/>
          </a:prstGeom>
        </p:spPr>
        <p:txBody>
          <a:bodyPr anchor="b"/>
          <a:lstStyle>
            <a:lvl1pPr algn="r">
              <a:defRPr sz="1050"/>
            </a:lvl1pPr>
          </a:lstStyle>
          <a:p>
            <a:fld id="{D6E8EC4C-53D7-454A-9D22-8E1E154A4606}" type="slidenum">
              <a:rPr lang="en-US" sz="1400" b="1" smtClean="0">
                <a:solidFill>
                  <a:schemeClr val="accent1"/>
                </a:solidFill>
                <a:latin typeface="+mj-lt"/>
              </a:rPr>
              <a:pPr/>
              <a:t>‹#›</a:t>
            </a:fld>
            <a:endParaRPr lang="en-US" sz="1400" b="1" dirty="0">
              <a:solidFill>
                <a:schemeClr val="accent1"/>
              </a:solidFill>
              <a:latin typeface="+mj-lt"/>
            </a:endParaRPr>
          </a:p>
        </p:txBody>
      </p:sp>
      <p:sp>
        <p:nvSpPr>
          <p:cNvPr id="2" name="Titre 1">
            <a:extLst>
              <a:ext uri="{FF2B5EF4-FFF2-40B4-BE49-F238E27FC236}">
                <a16:creationId xmlns:a16="http://schemas.microsoft.com/office/drawing/2014/main" id="{86236ED6-D1E2-63F0-B4A9-8AB9A4474006}"/>
              </a:ext>
            </a:extLst>
          </p:cNvPr>
          <p:cNvSpPr>
            <a:spLocks noGrp="1"/>
          </p:cNvSpPr>
          <p:nvPr>
            <p:ph type="title"/>
          </p:nvPr>
        </p:nvSpPr>
        <p:spPr>
          <a:xfrm>
            <a:off x="292100" y="146052"/>
            <a:ext cx="8382000" cy="542664"/>
          </a:xfrm>
          <a:prstGeom prst="rect">
            <a:avLst/>
          </a:prstGeom>
        </p:spPr>
        <p:txBody>
          <a:bodyPr anchor="ctr"/>
          <a:lstStyle>
            <a:lvl1pPr>
              <a:defRPr sz="3000">
                <a:solidFill>
                  <a:schemeClr val="bg2"/>
                </a:solidFill>
              </a:defRPr>
            </a:lvl1pPr>
          </a:lstStyle>
          <a:p>
            <a:r>
              <a:rPr lang="en-US"/>
              <a:t>Click to edit Master title style</a:t>
            </a:r>
          </a:p>
        </p:txBody>
      </p:sp>
      <p:sp>
        <p:nvSpPr>
          <p:cNvPr id="4" name="Sous-titre 2">
            <a:extLst>
              <a:ext uri="{FF2B5EF4-FFF2-40B4-BE49-F238E27FC236}">
                <a16:creationId xmlns:a16="http://schemas.microsoft.com/office/drawing/2014/main" id="{35C0DDD9-7853-1165-8B84-AC2B12A6C8E6}"/>
              </a:ext>
            </a:extLst>
          </p:cNvPr>
          <p:cNvSpPr>
            <a:spLocks noGrp="1"/>
          </p:cNvSpPr>
          <p:nvPr>
            <p:ph type="subTitle" idx="13"/>
          </p:nvPr>
        </p:nvSpPr>
        <p:spPr>
          <a:xfrm>
            <a:off x="292100" y="720468"/>
            <a:ext cx="8382000" cy="415664"/>
          </a:xfrm>
          <a:prstGeom prst="rect">
            <a:avLst/>
          </a:prstGeom>
          <a:noFill/>
        </p:spPr>
        <p:txBody>
          <a:bodyPr lIns="90000" tIns="72000" rIns="90000" bIns="72000" anchor="t"/>
          <a:lstStyle>
            <a:lvl1pPr marL="0" indent="0" algn="l">
              <a:buNone/>
              <a:defRPr sz="2000">
                <a:solidFill>
                  <a:schemeClr val="tx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pic>
        <p:nvPicPr>
          <p:cNvPr id="5" name="Image 4">
            <a:extLst>
              <a:ext uri="{FF2B5EF4-FFF2-40B4-BE49-F238E27FC236}">
                <a16:creationId xmlns:a16="http://schemas.microsoft.com/office/drawing/2014/main" id="{BA22DAEB-4939-4E55-0F0E-B5C1441EBD8E}"/>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8953501" y="136525"/>
            <a:ext cx="3124197" cy="698759"/>
          </a:xfrm>
          <a:prstGeom prst="rect">
            <a:avLst/>
          </a:prstGeom>
        </p:spPr>
      </p:pic>
      <p:sp>
        <p:nvSpPr>
          <p:cNvPr id="8" name="Espace réservé du numéro de diapositive 5">
            <a:extLst>
              <a:ext uri="{FF2B5EF4-FFF2-40B4-BE49-F238E27FC236}">
                <a16:creationId xmlns:a16="http://schemas.microsoft.com/office/drawing/2014/main" id="{AE68BA5A-96C0-487D-AC75-11AC9D9B7C2B}"/>
              </a:ext>
            </a:extLst>
          </p:cNvPr>
          <p:cNvSpPr txBox="1">
            <a:spLocks/>
          </p:cNvSpPr>
          <p:nvPr userDrawn="1"/>
        </p:nvSpPr>
        <p:spPr>
          <a:xfrm>
            <a:off x="5609645" y="6419850"/>
            <a:ext cx="5680304" cy="365125"/>
          </a:xfrm>
          <a:prstGeom prst="rect">
            <a:avLst/>
          </a:prstGeom>
        </p:spPr>
        <p:txBody>
          <a:bodyPr anchor="b"/>
          <a:lstStyle>
            <a:defPPr>
              <a:defRPr lang="en-US"/>
            </a:defPPr>
            <a:lvl1pPr marL="0" algn="r" defTabSz="914400" rtl="0" eaLnBrk="1" latinLnBrk="0" hangingPunct="1">
              <a:defRPr sz="105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sz="1000" dirty="0">
                <a:cs typeface="Calibri Light" panose="020F0302020204030204" pitchFamily="34" charset="0"/>
              </a:rPr>
              <a:t>© Mitsubishi HC Capital Canada 2025. Tous droits réservés. All rights reserved.</a:t>
            </a:r>
            <a:endParaRPr lang="en-US" sz="1000" b="1" dirty="0">
              <a:solidFill>
                <a:schemeClr val="accent1"/>
              </a:solidFill>
              <a:latin typeface="+mj-lt"/>
            </a:endParaRPr>
          </a:p>
        </p:txBody>
      </p:sp>
    </p:spTree>
    <p:extLst>
      <p:ext uri="{BB962C8B-B14F-4D97-AF65-F5344CB8AC3E}">
        <p14:creationId xmlns:p14="http://schemas.microsoft.com/office/powerpoint/2010/main" val="3823423780"/>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1_light-div horiz - 1/3_text - 2/3_content">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8682D688-9ADA-45E9-9ACE-3DADFDFBF2F4}"/>
              </a:ext>
            </a:extLst>
          </p:cNvPr>
          <p:cNvSpPr/>
          <p:nvPr userDrawn="1"/>
        </p:nvSpPr>
        <p:spPr>
          <a:xfrm>
            <a:off x="317500" y="835285"/>
            <a:ext cx="4178300" cy="5559165"/>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8" name="Titre 1">
            <a:extLst>
              <a:ext uri="{FF2B5EF4-FFF2-40B4-BE49-F238E27FC236}">
                <a16:creationId xmlns:a16="http://schemas.microsoft.com/office/drawing/2014/main" id="{81211BB4-2811-436C-9514-7F55B1714327}"/>
              </a:ext>
            </a:extLst>
          </p:cNvPr>
          <p:cNvSpPr>
            <a:spLocks noGrp="1"/>
          </p:cNvSpPr>
          <p:nvPr>
            <p:ph type="title"/>
          </p:nvPr>
        </p:nvSpPr>
        <p:spPr>
          <a:xfrm>
            <a:off x="622300" y="1111252"/>
            <a:ext cx="3543300" cy="1314448"/>
          </a:xfrm>
          <a:prstGeom prst="rect">
            <a:avLst/>
          </a:prstGeom>
        </p:spPr>
        <p:txBody>
          <a:bodyPr anchor="t"/>
          <a:lstStyle>
            <a:lvl1pPr>
              <a:defRPr sz="3000">
                <a:solidFill>
                  <a:schemeClr val="bg1"/>
                </a:solidFill>
              </a:defRPr>
            </a:lvl1pPr>
          </a:lstStyle>
          <a:p>
            <a:r>
              <a:rPr lang="en-US"/>
              <a:t>Click to edit Master title style</a:t>
            </a:r>
            <a:endParaRPr lang="en-US" dirty="0"/>
          </a:p>
        </p:txBody>
      </p:sp>
      <p:sp>
        <p:nvSpPr>
          <p:cNvPr id="10" name="Espace réservé du texte 2">
            <a:extLst>
              <a:ext uri="{FF2B5EF4-FFF2-40B4-BE49-F238E27FC236}">
                <a16:creationId xmlns:a16="http://schemas.microsoft.com/office/drawing/2014/main" id="{28E63814-A83D-4A0A-A1D3-39D74B319EEB}"/>
              </a:ext>
            </a:extLst>
          </p:cNvPr>
          <p:cNvSpPr>
            <a:spLocks noGrp="1"/>
          </p:cNvSpPr>
          <p:nvPr>
            <p:ph type="body" idx="14"/>
          </p:nvPr>
        </p:nvSpPr>
        <p:spPr>
          <a:xfrm>
            <a:off x="622300" y="2527299"/>
            <a:ext cx="3543300" cy="3593843"/>
          </a:xfrm>
          <a:prstGeom prst="rect">
            <a:avLst/>
          </a:prstGeom>
        </p:spPr>
        <p:txBody>
          <a:bodyPr anchor="t"/>
          <a:lstStyle>
            <a:lvl1pPr marL="0" indent="0">
              <a:buNone/>
              <a:defRPr sz="1800" b="0">
                <a:solidFill>
                  <a:schemeClr val="bg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2" name="Espace réservé du contenu 2">
            <a:extLst>
              <a:ext uri="{FF2B5EF4-FFF2-40B4-BE49-F238E27FC236}">
                <a16:creationId xmlns:a16="http://schemas.microsoft.com/office/drawing/2014/main" id="{B421EEB0-3132-4629-99A6-97E81BFCFD9E}"/>
              </a:ext>
            </a:extLst>
          </p:cNvPr>
          <p:cNvSpPr>
            <a:spLocks noGrp="1"/>
          </p:cNvSpPr>
          <p:nvPr>
            <p:ph sz="half" idx="15"/>
          </p:nvPr>
        </p:nvSpPr>
        <p:spPr>
          <a:xfrm>
            <a:off x="4686300" y="835285"/>
            <a:ext cx="7188200" cy="2466715"/>
          </a:xfrm>
          <a:prstGeom prst="rect">
            <a:avLst/>
          </a:prstGeom>
          <a:noFill/>
        </p:spPr>
        <p:txBody>
          <a:bodyPr lIns="72000" tIns="72000" rIns="72000" bIns="72000" numCol="1" spcCol="360000"/>
          <a:lstStyle>
            <a:lvl1pPr marL="0" indent="0">
              <a:buNone/>
              <a:defRPr sz="2400">
                <a:solidFill>
                  <a:schemeClr val="tx1"/>
                </a:solidFill>
              </a:defRPr>
            </a:lvl1pPr>
            <a:lvl2pPr marL="439200" indent="-180000">
              <a:buClrTx/>
              <a:buFont typeface="Arial" panose="020B0604020202020204" pitchFamily="34" charset="0"/>
              <a:buChar char="•"/>
              <a:defRPr sz="2000">
                <a:solidFill>
                  <a:schemeClr val="tx1"/>
                </a:solidFill>
              </a:defRPr>
            </a:lvl2pPr>
            <a:lvl3pPr marL="838800" indent="-180000">
              <a:buClrTx/>
              <a:buFont typeface="Arial" panose="020B0604020202020204" pitchFamily="34" charset="0"/>
              <a:buChar char="•"/>
              <a:defRPr sz="1800">
                <a:solidFill>
                  <a:schemeClr val="tx1"/>
                </a:solidFill>
              </a:defRPr>
            </a:lvl3pPr>
            <a:lvl4pPr marL="1296000" indent="-180000">
              <a:buClrTx/>
              <a:buFont typeface="Arial" panose="020B0604020202020204" pitchFamily="34" charset="0"/>
              <a:buChar char="•"/>
              <a:defRPr sz="1600">
                <a:solidFill>
                  <a:schemeClr val="tx1"/>
                </a:solidFill>
              </a:defRPr>
            </a:lvl4pPr>
            <a:lvl5pPr marL="1753200" indent="-180000">
              <a:buClrTx/>
              <a:buFont typeface="Arial" panose="020B0604020202020204" pitchFamily="34" charset="0"/>
              <a:buChar char="•"/>
              <a:defRPr sz="16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3" name="Espace réservé du contenu 2">
            <a:extLst>
              <a:ext uri="{FF2B5EF4-FFF2-40B4-BE49-F238E27FC236}">
                <a16:creationId xmlns:a16="http://schemas.microsoft.com/office/drawing/2014/main" id="{6A6C2539-48DA-40FA-94CE-47852252C8BB}"/>
              </a:ext>
            </a:extLst>
          </p:cNvPr>
          <p:cNvSpPr>
            <a:spLocks noGrp="1"/>
          </p:cNvSpPr>
          <p:nvPr>
            <p:ph sz="half" idx="16"/>
          </p:nvPr>
        </p:nvSpPr>
        <p:spPr>
          <a:xfrm>
            <a:off x="4686300" y="3927735"/>
            <a:ext cx="7188200" cy="2466715"/>
          </a:xfrm>
          <a:prstGeom prst="rect">
            <a:avLst/>
          </a:prstGeom>
          <a:noFill/>
        </p:spPr>
        <p:txBody>
          <a:bodyPr lIns="72000" tIns="72000" rIns="72000" bIns="72000" numCol="1" spcCol="360000"/>
          <a:lstStyle>
            <a:lvl1pPr marL="0" indent="0">
              <a:buNone/>
              <a:defRPr sz="2400">
                <a:solidFill>
                  <a:schemeClr val="tx1"/>
                </a:solidFill>
              </a:defRPr>
            </a:lvl1pPr>
            <a:lvl2pPr marL="439200" indent="-180000">
              <a:buClrTx/>
              <a:buFont typeface="Arial" panose="020B0604020202020204" pitchFamily="34" charset="0"/>
              <a:buChar char="•"/>
              <a:defRPr sz="2000">
                <a:solidFill>
                  <a:schemeClr val="tx1"/>
                </a:solidFill>
              </a:defRPr>
            </a:lvl2pPr>
            <a:lvl3pPr marL="838800" indent="-180000">
              <a:buClrTx/>
              <a:buFont typeface="Arial" panose="020B0604020202020204" pitchFamily="34" charset="0"/>
              <a:buChar char="•"/>
              <a:defRPr sz="1800">
                <a:solidFill>
                  <a:schemeClr val="tx1"/>
                </a:solidFill>
              </a:defRPr>
            </a:lvl3pPr>
            <a:lvl4pPr marL="1296000" indent="-180000">
              <a:buClrTx/>
              <a:buFont typeface="Arial" panose="020B0604020202020204" pitchFamily="34" charset="0"/>
              <a:buChar char="•"/>
              <a:defRPr sz="1600">
                <a:solidFill>
                  <a:schemeClr val="tx1"/>
                </a:solidFill>
              </a:defRPr>
            </a:lvl4pPr>
            <a:lvl5pPr marL="1753200" indent="-180000">
              <a:buClrTx/>
              <a:buFont typeface="Arial" panose="020B0604020202020204" pitchFamily="34" charset="0"/>
              <a:buChar char="•"/>
              <a:defRPr sz="16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6" name="Espace réservé du numéro de diapositive 5">
            <a:extLst>
              <a:ext uri="{FF2B5EF4-FFF2-40B4-BE49-F238E27FC236}">
                <a16:creationId xmlns:a16="http://schemas.microsoft.com/office/drawing/2014/main" id="{DF5DD9E6-7603-4730-89E0-97650EE03C1A}"/>
              </a:ext>
            </a:extLst>
          </p:cNvPr>
          <p:cNvSpPr>
            <a:spLocks noGrp="1"/>
          </p:cNvSpPr>
          <p:nvPr>
            <p:ph type="sldNum" sz="quarter" idx="12"/>
          </p:nvPr>
        </p:nvSpPr>
        <p:spPr>
          <a:xfrm>
            <a:off x="11290852" y="6419850"/>
            <a:ext cx="685918" cy="365125"/>
          </a:xfrm>
          <a:prstGeom prst="rect">
            <a:avLst/>
          </a:prstGeom>
        </p:spPr>
        <p:txBody>
          <a:bodyPr anchor="b"/>
          <a:lstStyle>
            <a:lvl1pPr algn="r">
              <a:defRPr sz="1050"/>
            </a:lvl1pPr>
          </a:lstStyle>
          <a:p>
            <a:fld id="{D6E8EC4C-53D7-454A-9D22-8E1E154A4606}" type="slidenum">
              <a:rPr lang="en-US" sz="1400" b="1" smtClean="0">
                <a:solidFill>
                  <a:schemeClr val="accent1"/>
                </a:solidFill>
                <a:latin typeface="+mj-lt"/>
              </a:rPr>
              <a:pPr/>
              <a:t>‹#›</a:t>
            </a:fld>
            <a:endParaRPr lang="en-US" sz="1400" b="1" dirty="0">
              <a:solidFill>
                <a:schemeClr val="accent1"/>
              </a:solidFill>
              <a:latin typeface="+mj-lt"/>
            </a:endParaRPr>
          </a:p>
        </p:txBody>
      </p:sp>
      <p:pic>
        <p:nvPicPr>
          <p:cNvPr id="2" name="Image 1">
            <a:extLst>
              <a:ext uri="{FF2B5EF4-FFF2-40B4-BE49-F238E27FC236}">
                <a16:creationId xmlns:a16="http://schemas.microsoft.com/office/drawing/2014/main" id="{43213899-1856-36CB-A750-92B8E16D7DA1}"/>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8953501" y="136525"/>
            <a:ext cx="3124197" cy="698759"/>
          </a:xfrm>
          <a:prstGeom prst="rect">
            <a:avLst/>
          </a:prstGeom>
        </p:spPr>
      </p:pic>
      <p:sp>
        <p:nvSpPr>
          <p:cNvPr id="4" name="Espace réservé du numéro de diapositive 5">
            <a:extLst>
              <a:ext uri="{FF2B5EF4-FFF2-40B4-BE49-F238E27FC236}">
                <a16:creationId xmlns:a16="http://schemas.microsoft.com/office/drawing/2014/main" id="{09A02993-F37D-5947-78FA-EF1848AA048A}"/>
              </a:ext>
            </a:extLst>
          </p:cNvPr>
          <p:cNvSpPr txBox="1">
            <a:spLocks/>
          </p:cNvSpPr>
          <p:nvPr userDrawn="1"/>
        </p:nvSpPr>
        <p:spPr>
          <a:xfrm>
            <a:off x="5609645" y="6419850"/>
            <a:ext cx="5680304" cy="365125"/>
          </a:xfrm>
          <a:prstGeom prst="rect">
            <a:avLst/>
          </a:prstGeom>
        </p:spPr>
        <p:txBody>
          <a:bodyPr anchor="b"/>
          <a:lstStyle>
            <a:defPPr>
              <a:defRPr lang="en-US"/>
            </a:defPPr>
            <a:lvl1pPr marL="0" algn="r" defTabSz="914400" rtl="0" eaLnBrk="1" latinLnBrk="0" hangingPunct="1">
              <a:defRPr sz="105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sz="1000" dirty="0">
                <a:cs typeface="Calibri Light" panose="020F0302020204030204" pitchFamily="34" charset="0"/>
              </a:rPr>
              <a:t>© Mitsubishi HC Capital Canada 2025. Tous droits réservés. All rights reserved.</a:t>
            </a:r>
            <a:endParaRPr lang="en-US" sz="1000" b="1" dirty="0">
              <a:solidFill>
                <a:schemeClr val="accent1"/>
              </a:solidFill>
              <a:latin typeface="+mj-lt"/>
            </a:endParaRPr>
          </a:p>
        </p:txBody>
      </p:sp>
    </p:spTree>
    <p:extLst>
      <p:ext uri="{BB962C8B-B14F-4D97-AF65-F5344CB8AC3E}">
        <p14:creationId xmlns:p14="http://schemas.microsoft.com/office/powerpoint/2010/main" val="2044468071"/>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1_Empty - Vide - Title - titre - background">
    <p:spTree>
      <p:nvGrpSpPr>
        <p:cNvPr id="1" name=""/>
        <p:cNvGrpSpPr/>
        <p:nvPr/>
      </p:nvGrpSpPr>
      <p:grpSpPr>
        <a:xfrm>
          <a:off x="0" y="0"/>
          <a:ext cx="0" cy="0"/>
          <a:chOff x="0" y="0"/>
          <a:chExt cx="0" cy="0"/>
        </a:xfrm>
      </p:grpSpPr>
      <p:sp>
        <p:nvSpPr>
          <p:cNvPr id="13" name="Espace réservé du numéro de diapositive 5">
            <a:extLst>
              <a:ext uri="{FF2B5EF4-FFF2-40B4-BE49-F238E27FC236}">
                <a16:creationId xmlns:a16="http://schemas.microsoft.com/office/drawing/2014/main" id="{4561FCEC-45E2-4EB7-A9F8-4273929880C4}"/>
              </a:ext>
            </a:extLst>
          </p:cNvPr>
          <p:cNvSpPr>
            <a:spLocks noGrp="1"/>
          </p:cNvSpPr>
          <p:nvPr>
            <p:ph type="sldNum" sz="quarter" idx="12"/>
          </p:nvPr>
        </p:nvSpPr>
        <p:spPr>
          <a:xfrm>
            <a:off x="11290852" y="6419850"/>
            <a:ext cx="685918" cy="365125"/>
          </a:xfrm>
          <a:prstGeom prst="rect">
            <a:avLst/>
          </a:prstGeom>
        </p:spPr>
        <p:txBody>
          <a:bodyPr anchor="b"/>
          <a:lstStyle>
            <a:lvl1pPr algn="r">
              <a:defRPr sz="1050"/>
            </a:lvl1pPr>
          </a:lstStyle>
          <a:p>
            <a:fld id="{D6E8EC4C-53D7-454A-9D22-8E1E154A4606}" type="slidenum">
              <a:rPr lang="en-US" sz="1400" b="1" smtClean="0">
                <a:solidFill>
                  <a:schemeClr val="accent1"/>
                </a:solidFill>
                <a:latin typeface="+mj-lt"/>
              </a:rPr>
              <a:pPr/>
              <a:t>‹#›</a:t>
            </a:fld>
            <a:endParaRPr lang="en-US" sz="1400" b="1" dirty="0">
              <a:solidFill>
                <a:schemeClr val="accent1"/>
              </a:solidFill>
              <a:latin typeface="+mj-lt"/>
            </a:endParaRPr>
          </a:p>
        </p:txBody>
      </p:sp>
      <p:sp>
        <p:nvSpPr>
          <p:cNvPr id="2" name="Titre 1">
            <a:extLst>
              <a:ext uri="{FF2B5EF4-FFF2-40B4-BE49-F238E27FC236}">
                <a16:creationId xmlns:a16="http://schemas.microsoft.com/office/drawing/2014/main" id="{32A97A68-9573-5AE6-E378-79F4408A3819}"/>
              </a:ext>
            </a:extLst>
          </p:cNvPr>
          <p:cNvSpPr>
            <a:spLocks noGrp="1"/>
          </p:cNvSpPr>
          <p:nvPr>
            <p:ph type="title"/>
          </p:nvPr>
        </p:nvSpPr>
        <p:spPr>
          <a:xfrm>
            <a:off x="292100" y="146052"/>
            <a:ext cx="8382000" cy="542664"/>
          </a:xfrm>
          <a:prstGeom prst="rect">
            <a:avLst/>
          </a:prstGeom>
        </p:spPr>
        <p:txBody>
          <a:bodyPr anchor="ctr"/>
          <a:lstStyle>
            <a:lvl1pPr>
              <a:defRPr sz="3000">
                <a:solidFill>
                  <a:schemeClr val="bg2"/>
                </a:solidFill>
              </a:defRPr>
            </a:lvl1pPr>
          </a:lstStyle>
          <a:p>
            <a:r>
              <a:rPr lang="en-US"/>
              <a:t>Click to edit Master title style</a:t>
            </a:r>
          </a:p>
        </p:txBody>
      </p:sp>
      <p:sp>
        <p:nvSpPr>
          <p:cNvPr id="3" name="Sous-titre 2">
            <a:extLst>
              <a:ext uri="{FF2B5EF4-FFF2-40B4-BE49-F238E27FC236}">
                <a16:creationId xmlns:a16="http://schemas.microsoft.com/office/drawing/2014/main" id="{9E4A5A5C-26CE-D66A-99BA-4E139A209C17}"/>
              </a:ext>
            </a:extLst>
          </p:cNvPr>
          <p:cNvSpPr>
            <a:spLocks noGrp="1"/>
          </p:cNvSpPr>
          <p:nvPr>
            <p:ph type="subTitle" idx="13"/>
          </p:nvPr>
        </p:nvSpPr>
        <p:spPr>
          <a:xfrm>
            <a:off x="292100" y="720468"/>
            <a:ext cx="8382000" cy="415664"/>
          </a:xfrm>
          <a:prstGeom prst="rect">
            <a:avLst/>
          </a:prstGeom>
          <a:noFill/>
        </p:spPr>
        <p:txBody>
          <a:bodyPr lIns="90000" tIns="72000" rIns="90000" bIns="72000" anchor="t"/>
          <a:lstStyle>
            <a:lvl1pPr marL="0" indent="0" algn="l">
              <a:buNone/>
              <a:defRPr sz="2000">
                <a:solidFill>
                  <a:schemeClr val="tx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pic>
        <p:nvPicPr>
          <p:cNvPr id="4" name="Image 3">
            <a:extLst>
              <a:ext uri="{FF2B5EF4-FFF2-40B4-BE49-F238E27FC236}">
                <a16:creationId xmlns:a16="http://schemas.microsoft.com/office/drawing/2014/main" id="{AA927359-1EC3-E6E4-5D27-16BCF8C3B728}"/>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8953501" y="136525"/>
            <a:ext cx="3124197" cy="698759"/>
          </a:xfrm>
          <a:prstGeom prst="rect">
            <a:avLst/>
          </a:prstGeom>
        </p:spPr>
      </p:pic>
      <p:sp>
        <p:nvSpPr>
          <p:cNvPr id="6" name="Espace réservé du numéro de diapositive 5">
            <a:extLst>
              <a:ext uri="{FF2B5EF4-FFF2-40B4-BE49-F238E27FC236}">
                <a16:creationId xmlns:a16="http://schemas.microsoft.com/office/drawing/2014/main" id="{A4A05EEC-7238-7B12-D018-F8BDBA28447F}"/>
              </a:ext>
            </a:extLst>
          </p:cNvPr>
          <p:cNvSpPr txBox="1">
            <a:spLocks/>
          </p:cNvSpPr>
          <p:nvPr userDrawn="1"/>
        </p:nvSpPr>
        <p:spPr>
          <a:xfrm>
            <a:off x="5609645" y="6419850"/>
            <a:ext cx="5680304" cy="365125"/>
          </a:xfrm>
          <a:prstGeom prst="rect">
            <a:avLst/>
          </a:prstGeom>
        </p:spPr>
        <p:txBody>
          <a:bodyPr anchor="b"/>
          <a:lstStyle>
            <a:defPPr>
              <a:defRPr lang="en-US"/>
            </a:defPPr>
            <a:lvl1pPr marL="0" algn="r" defTabSz="914400" rtl="0" eaLnBrk="1" latinLnBrk="0" hangingPunct="1">
              <a:defRPr sz="105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sz="1000" dirty="0">
                <a:cs typeface="Calibri Light" panose="020F0302020204030204" pitchFamily="34" charset="0"/>
              </a:rPr>
              <a:t>© Mitsubishi HC Capital Canada 2025. Tous droits réservés. All rights reserved.</a:t>
            </a:r>
            <a:endParaRPr lang="en-US" sz="1000" b="1" dirty="0">
              <a:solidFill>
                <a:schemeClr val="accent1"/>
              </a:solidFill>
              <a:latin typeface="+mj-lt"/>
            </a:endParaRPr>
          </a:p>
        </p:txBody>
      </p:sp>
    </p:spTree>
    <p:extLst>
      <p:ext uri="{BB962C8B-B14F-4D97-AF65-F5344CB8AC3E}">
        <p14:creationId xmlns:p14="http://schemas.microsoft.com/office/powerpoint/2010/main" val="1579648470"/>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2_Empty - Vide - Title - titre - background">
    <p:spTree>
      <p:nvGrpSpPr>
        <p:cNvPr id="1" name=""/>
        <p:cNvGrpSpPr/>
        <p:nvPr/>
      </p:nvGrpSpPr>
      <p:grpSpPr>
        <a:xfrm>
          <a:off x="0" y="0"/>
          <a:ext cx="0" cy="0"/>
          <a:chOff x="0" y="0"/>
          <a:chExt cx="0" cy="0"/>
        </a:xfrm>
      </p:grpSpPr>
      <p:sp>
        <p:nvSpPr>
          <p:cNvPr id="13" name="Espace réservé du numéro de diapositive 5">
            <a:extLst>
              <a:ext uri="{FF2B5EF4-FFF2-40B4-BE49-F238E27FC236}">
                <a16:creationId xmlns:a16="http://schemas.microsoft.com/office/drawing/2014/main" id="{4561FCEC-45E2-4EB7-A9F8-4273929880C4}"/>
              </a:ext>
            </a:extLst>
          </p:cNvPr>
          <p:cNvSpPr>
            <a:spLocks noGrp="1"/>
          </p:cNvSpPr>
          <p:nvPr>
            <p:ph type="sldNum" sz="quarter" idx="12"/>
          </p:nvPr>
        </p:nvSpPr>
        <p:spPr>
          <a:xfrm>
            <a:off x="11290852" y="6419850"/>
            <a:ext cx="685918" cy="365125"/>
          </a:xfrm>
          <a:prstGeom prst="rect">
            <a:avLst/>
          </a:prstGeom>
        </p:spPr>
        <p:txBody>
          <a:bodyPr anchor="b"/>
          <a:lstStyle>
            <a:lvl1pPr algn="r">
              <a:defRPr sz="1050"/>
            </a:lvl1pPr>
          </a:lstStyle>
          <a:p>
            <a:fld id="{D6E8EC4C-53D7-454A-9D22-8E1E154A4606}" type="slidenum">
              <a:rPr lang="en-US" sz="1400" b="1" smtClean="0">
                <a:solidFill>
                  <a:schemeClr val="accent1"/>
                </a:solidFill>
                <a:latin typeface="+mj-lt"/>
              </a:rPr>
              <a:pPr/>
              <a:t>‹#›</a:t>
            </a:fld>
            <a:endParaRPr lang="en-US" sz="1400" b="1" dirty="0">
              <a:solidFill>
                <a:schemeClr val="accent1"/>
              </a:solidFill>
              <a:latin typeface="+mj-lt"/>
            </a:endParaRPr>
          </a:p>
        </p:txBody>
      </p:sp>
      <p:sp>
        <p:nvSpPr>
          <p:cNvPr id="2" name="Titre 1">
            <a:extLst>
              <a:ext uri="{FF2B5EF4-FFF2-40B4-BE49-F238E27FC236}">
                <a16:creationId xmlns:a16="http://schemas.microsoft.com/office/drawing/2014/main" id="{32A97A68-9573-5AE6-E378-79F4408A3819}"/>
              </a:ext>
            </a:extLst>
          </p:cNvPr>
          <p:cNvSpPr>
            <a:spLocks noGrp="1"/>
          </p:cNvSpPr>
          <p:nvPr>
            <p:ph type="title"/>
          </p:nvPr>
        </p:nvSpPr>
        <p:spPr>
          <a:xfrm>
            <a:off x="292100" y="146052"/>
            <a:ext cx="8382000" cy="542664"/>
          </a:xfrm>
          <a:prstGeom prst="rect">
            <a:avLst/>
          </a:prstGeom>
        </p:spPr>
        <p:txBody>
          <a:bodyPr anchor="ctr"/>
          <a:lstStyle>
            <a:lvl1pPr>
              <a:defRPr sz="3000">
                <a:solidFill>
                  <a:schemeClr val="bg2"/>
                </a:solidFill>
              </a:defRPr>
            </a:lvl1pPr>
          </a:lstStyle>
          <a:p>
            <a:r>
              <a:rPr lang="en-US"/>
              <a:t>Click to edit Master title style</a:t>
            </a:r>
          </a:p>
        </p:txBody>
      </p:sp>
      <p:sp>
        <p:nvSpPr>
          <p:cNvPr id="3" name="Sous-titre 2">
            <a:extLst>
              <a:ext uri="{FF2B5EF4-FFF2-40B4-BE49-F238E27FC236}">
                <a16:creationId xmlns:a16="http://schemas.microsoft.com/office/drawing/2014/main" id="{9E4A5A5C-26CE-D66A-99BA-4E139A209C17}"/>
              </a:ext>
            </a:extLst>
          </p:cNvPr>
          <p:cNvSpPr>
            <a:spLocks noGrp="1"/>
          </p:cNvSpPr>
          <p:nvPr>
            <p:ph type="subTitle" idx="13"/>
          </p:nvPr>
        </p:nvSpPr>
        <p:spPr>
          <a:xfrm>
            <a:off x="292100" y="720468"/>
            <a:ext cx="8382000" cy="415664"/>
          </a:xfrm>
          <a:prstGeom prst="rect">
            <a:avLst/>
          </a:prstGeom>
          <a:noFill/>
        </p:spPr>
        <p:txBody>
          <a:bodyPr lIns="90000" tIns="72000" rIns="90000" bIns="72000" anchor="t"/>
          <a:lstStyle>
            <a:lvl1pPr marL="0" indent="0" algn="l">
              <a:buNone/>
              <a:defRPr sz="2000">
                <a:solidFill>
                  <a:schemeClr val="tx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pic>
        <p:nvPicPr>
          <p:cNvPr id="4" name="Image 3">
            <a:extLst>
              <a:ext uri="{FF2B5EF4-FFF2-40B4-BE49-F238E27FC236}">
                <a16:creationId xmlns:a16="http://schemas.microsoft.com/office/drawing/2014/main" id="{AA927359-1EC3-E6E4-5D27-16BCF8C3B728}"/>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8953501" y="136525"/>
            <a:ext cx="3124197" cy="698759"/>
          </a:xfrm>
          <a:prstGeom prst="rect">
            <a:avLst/>
          </a:prstGeom>
        </p:spPr>
      </p:pic>
      <p:sp>
        <p:nvSpPr>
          <p:cNvPr id="6" name="Espace réservé du numéro de diapositive 5">
            <a:extLst>
              <a:ext uri="{FF2B5EF4-FFF2-40B4-BE49-F238E27FC236}">
                <a16:creationId xmlns:a16="http://schemas.microsoft.com/office/drawing/2014/main" id="{A4A05EEC-7238-7B12-D018-F8BDBA28447F}"/>
              </a:ext>
            </a:extLst>
          </p:cNvPr>
          <p:cNvSpPr txBox="1">
            <a:spLocks/>
          </p:cNvSpPr>
          <p:nvPr userDrawn="1"/>
        </p:nvSpPr>
        <p:spPr>
          <a:xfrm>
            <a:off x="5609645" y="6419850"/>
            <a:ext cx="5680304" cy="365125"/>
          </a:xfrm>
          <a:prstGeom prst="rect">
            <a:avLst/>
          </a:prstGeom>
        </p:spPr>
        <p:txBody>
          <a:bodyPr anchor="b"/>
          <a:lstStyle>
            <a:defPPr>
              <a:defRPr lang="en-US"/>
            </a:defPPr>
            <a:lvl1pPr marL="0" algn="r" defTabSz="914400" rtl="0" eaLnBrk="1" latinLnBrk="0" hangingPunct="1">
              <a:defRPr sz="105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sz="1000" dirty="0">
                <a:cs typeface="Calibri Light" panose="020F0302020204030204" pitchFamily="34" charset="0"/>
              </a:rPr>
              <a:t>© Mitsubishi HC Capital Canada 2025. Tous droits réservés. All rights reserved.</a:t>
            </a:r>
            <a:endParaRPr lang="en-US" sz="1000" b="1" dirty="0">
              <a:solidFill>
                <a:schemeClr val="accent1"/>
              </a:solidFill>
              <a:latin typeface="+mj-lt"/>
            </a:endParaRPr>
          </a:p>
        </p:txBody>
      </p:sp>
      <p:sp>
        <p:nvSpPr>
          <p:cNvPr id="5" name="Espace réservé du texte 2">
            <a:extLst>
              <a:ext uri="{FF2B5EF4-FFF2-40B4-BE49-F238E27FC236}">
                <a16:creationId xmlns:a16="http://schemas.microsoft.com/office/drawing/2014/main" id="{D654F893-0F5B-5F97-93C5-9E4823C2F833}"/>
              </a:ext>
            </a:extLst>
          </p:cNvPr>
          <p:cNvSpPr>
            <a:spLocks noGrp="1"/>
          </p:cNvSpPr>
          <p:nvPr>
            <p:ph type="body" idx="14"/>
          </p:nvPr>
        </p:nvSpPr>
        <p:spPr>
          <a:xfrm>
            <a:off x="292099" y="1396416"/>
            <a:ext cx="11569933" cy="4836604"/>
          </a:xfrm>
          <a:prstGeom prst="rect">
            <a:avLst/>
          </a:prstGeom>
        </p:spPr>
        <p:txBody>
          <a:bodyPr anchor="t"/>
          <a:lstStyle>
            <a:lvl1pPr marL="0" indent="0">
              <a:buNone/>
              <a:defRPr sz="16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Tree>
    <p:extLst>
      <p:ext uri="{BB962C8B-B14F-4D97-AF65-F5344CB8AC3E}">
        <p14:creationId xmlns:p14="http://schemas.microsoft.com/office/powerpoint/2010/main" val="3294128852"/>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3_Empty - Vide - Title - titre - background">
    <p:spTree>
      <p:nvGrpSpPr>
        <p:cNvPr id="1" name=""/>
        <p:cNvGrpSpPr/>
        <p:nvPr/>
      </p:nvGrpSpPr>
      <p:grpSpPr>
        <a:xfrm>
          <a:off x="0" y="0"/>
          <a:ext cx="0" cy="0"/>
          <a:chOff x="0" y="0"/>
          <a:chExt cx="0" cy="0"/>
        </a:xfrm>
      </p:grpSpPr>
      <p:sp>
        <p:nvSpPr>
          <p:cNvPr id="13" name="Espace réservé du numéro de diapositive 5">
            <a:extLst>
              <a:ext uri="{FF2B5EF4-FFF2-40B4-BE49-F238E27FC236}">
                <a16:creationId xmlns:a16="http://schemas.microsoft.com/office/drawing/2014/main" id="{4561FCEC-45E2-4EB7-A9F8-4273929880C4}"/>
              </a:ext>
            </a:extLst>
          </p:cNvPr>
          <p:cNvSpPr>
            <a:spLocks noGrp="1"/>
          </p:cNvSpPr>
          <p:nvPr>
            <p:ph type="sldNum" sz="quarter" idx="12"/>
          </p:nvPr>
        </p:nvSpPr>
        <p:spPr>
          <a:xfrm>
            <a:off x="11290852" y="6419850"/>
            <a:ext cx="685918" cy="365125"/>
          </a:xfrm>
          <a:prstGeom prst="rect">
            <a:avLst/>
          </a:prstGeom>
        </p:spPr>
        <p:txBody>
          <a:bodyPr anchor="b"/>
          <a:lstStyle>
            <a:lvl1pPr algn="r">
              <a:defRPr sz="1050"/>
            </a:lvl1pPr>
          </a:lstStyle>
          <a:p>
            <a:fld id="{D6E8EC4C-53D7-454A-9D22-8E1E154A4606}" type="slidenum">
              <a:rPr lang="en-US" sz="1400" b="1" smtClean="0">
                <a:solidFill>
                  <a:schemeClr val="accent1"/>
                </a:solidFill>
                <a:latin typeface="+mj-lt"/>
              </a:rPr>
              <a:pPr/>
              <a:t>‹#›</a:t>
            </a:fld>
            <a:endParaRPr lang="en-US" sz="1400" b="1" dirty="0">
              <a:solidFill>
                <a:schemeClr val="accent1"/>
              </a:solidFill>
              <a:latin typeface="+mj-lt"/>
            </a:endParaRPr>
          </a:p>
        </p:txBody>
      </p:sp>
      <p:sp>
        <p:nvSpPr>
          <p:cNvPr id="2" name="Titre 1">
            <a:extLst>
              <a:ext uri="{FF2B5EF4-FFF2-40B4-BE49-F238E27FC236}">
                <a16:creationId xmlns:a16="http://schemas.microsoft.com/office/drawing/2014/main" id="{32A97A68-9573-5AE6-E378-79F4408A3819}"/>
              </a:ext>
            </a:extLst>
          </p:cNvPr>
          <p:cNvSpPr>
            <a:spLocks noGrp="1"/>
          </p:cNvSpPr>
          <p:nvPr>
            <p:ph type="title"/>
          </p:nvPr>
        </p:nvSpPr>
        <p:spPr>
          <a:xfrm>
            <a:off x="292100" y="146052"/>
            <a:ext cx="8382000" cy="542664"/>
          </a:xfrm>
          <a:prstGeom prst="rect">
            <a:avLst/>
          </a:prstGeom>
        </p:spPr>
        <p:txBody>
          <a:bodyPr anchor="ctr"/>
          <a:lstStyle>
            <a:lvl1pPr>
              <a:defRPr sz="3000">
                <a:solidFill>
                  <a:schemeClr val="bg2"/>
                </a:solidFill>
              </a:defRPr>
            </a:lvl1pPr>
          </a:lstStyle>
          <a:p>
            <a:r>
              <a:rPr lang="en-US"/>
              <a:t>Click to edit Master title style</a:t>
            </a:r>
          </a:p>
        </p:txBody>
      </p:sp>
      <p:sp>
        <p:nvSpPr>
          <p:cNvPr id="3" name="Sous-titre 2">
            <a:extLst>
              <a:ext uri="{FF2B5EF4-FFF2-40B4-BE49-F238E27FC236}">
                <a16:creationId xmlns:a16="http://schemas.microsoft.com/office/drawing/2014/main" id="{9E4A5A5C-26CE-D66A-99BA-4E139A209C17}"/>
              </a:ext>
            </a:extLst>
          </p:cNvPr>
          <p:cNvSpPr>
            <a:spLocks noGrp="1"/>
          </p:cNvSpPr>
          <p:nvPr>
            <p:ph type="subTitle" idx="13"/>
          </p:nvPr>
        </p:nvSpPr>
        <p:spPr>
          <a:xfrm>
            <a:off x="292100" y="720468"/>
            <a:ext cx="8382000" cy="415664"/>
          </a:xfrm>
          <a:prstGeom prst="rect">
            <a:avLst/>
          </a:prstGeom>
          <a:noFill/>
        </p:spPr>
        <p:txBody>
          <a:bodyPr lIns="90000" tIns="72000" rIns="90000" bIns="72000" anchor="t"/>
          <a:lstStyle>
            <a:lvl1pPr marL="0" indent="0" algn="l">
              <a:buNone/>
              <a:defRPr sz="2000">
                <a:solidFill>
                  <a:schemeClr val="tx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pic>
        <p:nvPicPr>
          <p:cNvPr id="4" name="Image 3">
            <a:extLst>
              <a:ext uri="{FF2B5EF4-FFF2-40B4-BE49-F238E27FC236}">
                <a16:creationId xmlns:a16="http://schemas.microsoft.com/office/drawing/2014/main" id="{AA927359-1EC3-E6E4-5D27-16BCF8C3B728}"/>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8953501" y="136525"/>
            <a:ext cx="3124197" cy="698759"/>
          </a:xfrm>
          <a:prstGeom prst="rect">
            <a:avLst/>
          </a:prstGeom>
        </p:spPr>
      </p:pic>
      <p:sp>
        <p:nvSpPr>
          <p:cNvPr id="6" name="Espace réservé du numéro de diapositive 5">
            <a:extLst>
              <a:ext uri="{FF2B5EF4-FFF2-40B4-BE49-F238E27FC236}">
                <a16:creationId xmlns:a16="http://schemas.microsoft.com/office/drawing/2014/main" id="{A4A05EEC-7238-7B12-D018-F8BDBA28447F}"/>
              </a:ext>
            </a:extLst>
          </p:cNvPr>
          <p:cNvSpPr txBox="1">
            <a:spLocks/>
          </p:cNvSpPr>
          <p:nvPr userDrawn="1"/>
        </p:nvSpPr>
        <p:spPr>
          <a:xfrm>
            <a:off x="5609645" y="6419850"/>
            <a:ext cx="5680304" cy="365125"/>
          </a:xfrm>
          <a:prstGeom prst="rect">
            <a:avLst/>
          </a:prstGeom>
        </p:spPr>
        <p:txBody>
          <a:bodyPr anchor="b"/>
          <a:lstStyle>
            <a:defPPr>
              <a:defRPr lang="en-US"/>
            </a:defPPr>
            <a:lvl1pPr marL="0" algn="r" defTabSz="914400" rtl="0" eaLnBrk="1" latinLnBrk="0" hangingPunct="1">
              <a:defRPr sz="105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sz="1000" dirty="0">
                <a:cs typeface="Calibri Light" panose="020F0302020204030204" pitchFamily="34" charset="0"/>
              </a:rPr>
              <a:t>© Mitsubishi HC Capital Canada 2025. Tous droits réservés. All rights reserved.</a:t>
            </a:r>
            <a:endParaRPr lang="en-US" sz="1000" b="1" dirty="0">
              <a:solidFill>
                <a:schemeClr val="accent1"/>
              </a:solidFill>
              <a:latin typeface="+mj-lt"/>
            </a:endParaRPr>
          </a:p>
        </p:txBody>
      </p:sp>
      <p:sp>
        <p:nvSpPr>
          <p:cNvPr id="5" name="Espace réservé du texte 2">
            <a:extLst>
              <a:ext uri="{FF2B5EF4-FFF2-40B4-BE49-F238E27FC236}">
                <a16:creationId xmlns:a16="http://schemas.microsoft.com/office/drawing/2014/main" id="{D654F893-0F5B-5F97-93C5-9E4823C2F833}"/>
              </a:ext>
            </a:extLst>
          </p:cNvPr>
          <p:cNvSpPr>
            <a:spLocks noGrp="1"/>
          </p:cNvSpPr>
          <p:nvPr>
            <p:ph type="body" idx="14"/>
          </p:nvPr>
        </p:nvSpPr>
        <p:spPr>
          <a:xfrm>
            <a:off x="292099" y="1396416"/>
            <a:ext cx="5563417" cy="4836604"/>
          </a:xfrm>
          <a:prstGeom prst="rect">
            <a:avLst/>
          </a:prstGeom>
        </p:spPr>
        <p:txBody>
          <a:bodyPr anchor="t"/>
          <a:lstStyle>
            <a:lvl1pPr marL="0" indent="0">
              <a:buNone/>
              <a:defRPr sz="16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8" name="Espace réservé du texte 2">
            <a:extLst>
              <a:ext uri="{FF2B5EF4-FFF2-40B4-BE49-F238E27FC236}">
                <a16:creationId xmlns:a16="http://schemas.microsoft.com/office/drawing/2014/main" id="{DF67E45A-AF52-D15D-1C0A-35B8FDD18838}"/>
              </a:ext>
            </a:extLst>
          </p:cNvPr>
          <p:cNvSpPr>
            <a:spLocks noGrp="1"/>
          </p:cNvSpPr>
          <p:nvPr>
            <p:ph type="body" idx="15"/>
          </p:nvPr>
        </p:nvSpPr>
        <p:spPr>
          <a:xfrm>
            <a:off x="6336484" y="1392222"/>
            <a:ext cx="5563417" cy="4836604"/>
          </a:xfrm>
          <a:prstGeom prst="rect">
            <a:avLst/>
          </a:prstGeom>
        </p:spPr>
        <p:txBody>
          <a:bodyPr anchor="t"/>
          <a:lstStyle>
            <a:lvl1pPr marL="0" indent="0">
              <a:buNone/>
              <a:defRPr sz="16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Tree>
    <p:extLst>
      <p:ext uri="{BB962C8B-B14F-4D97-AF65-F5344CB8AC3E}">
        <p14:creationId xmlns:p14="http://schemas.microsoft.com/office/powerpoint/2010/main" val="1555791589"/>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1_Empty - Vide - background">
    <p:spTree>
      <p:nvGrpSpPr>
        <p:cNvPr id="1" name=""/>
        <p:cNvGrpSpPr/>
        <p:nvPr/>
      </p:nvGrpSpPr>
      <p:grpSpPr>
        <a:xfrm>
          <a:off x="0" y="0"/>
          <a:ext cx="0" cy="0"/>
          <a:chOff x="0" y="0"/>
          <a:chExt cx="0" cy="0"/>
        </a:xfrm>
      </p:grpSpPr>
      <p:pic>
        <p:nvPicPr>
          <p:cNvPr id="2" name="Image 1">
            <a:extLst>
              <a:ext uri="{FF2B5EF4-FFF2-40B4-BE49-F238E27FC236}">
                <a16:creationId xmlns:a16="http://schemas.microsoft.com/office/drawing/2014/main" id="{1456AB99-2268-1DD0-944C-4809DC3BA460}"/>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8953501" y="136525"/>
            <a:ext cx="3124197" cy="698759"/>
          </a:xfrm>
          <a:prstGeom prst="rect">
            <a:avLst/>
          </a:prstGeom>
        </p:spPr>
      </p:pic>
    </p:spTree>
    <p:extLst>
      <p:ext uri="{BB962C8B-B14F-4D97-AF65-F5344CB8AC3E}">
        <p14:creationId xmlns:p14="http://schemas.microsoft.com/office/powerpoint/2010/main" val="3339039760"/>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2_Empty - Vide - background">
    <p:spTree>
      <p:nvGrpSpPr>
        <p:cNvPr id="1" name=""/>
        <p:cNvGrpSpPr/>
        <p:nvPr/>
      </p:nvGrpSpPr>
      <p:grpSpPr>
        <a:xfrm>
          <a:off x="0" y="0"/>
          <a:ext cx="0" cy="0"/>
          <a:chOff x="0" y="0"/>
          <a:chExt cx="0" cy="0"/>
        </a:xfrm>
      </p:grpSpPr>
    </p:spTree>
    <p:extLst>
      <p:ext uri="{BB962C8B-B14F-4D97-AF65-F5344CB8AC3E}">
        <p14:creationId xmlns:p14="http://schemas.microsoft.com/office/powerpoint/2010/main" val="1039878725"/>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1_Last slide - Derniere diapo - image">
    <p:spTree>
      <p:nvGrpSpPr>
        <p:cNvPr id="1" name=""/>
        <p:cNvGrpSpPr/>
        <p:nvPr/>
      </p:nvGrpSpPr>
      <p:grpSpPr>
        <a:xfrm>
          <a:off x="0" y="0"/>
          <a:ext cx="0" cy="0"/>
          <a:chOff x="0" y="0"/>
          <a:chExt cx="0" cy="0"/>
        </a:xfrm>
      </p:grpSpPr>
      <p:sp>
        <p:nvSpPr>
          <p:cNvPr id="16" name="Espace réservé pour une image  15">
            <a:extLst>
              <a:ext uri="{FF2B5EF4-FFF2-40B4-BE49-F238E27FC236}">
                <a16:creationId xmlns:a16="http://schemas.microsoft.com/office/drawing/2014/main" id="{FDE6758D-0600-40A4-853E-8AB0568534F8}"/>
              </a:ext>
            </a:extLst>
          </p:cNvPr>
          <p:cNvSpPr>
            <a:spLocks noGrp="1"/>
          </p:cNvSpPr>
          <p:nvPr>
            <p:ph type="pic" sz="quarter" idx="15"/>
          </p:nvPr>
        </p:nvSpPr>
        <p:spPr>
          <a:xfrm>
            <a:off x="0" y="0"/>
            <a:ext cx="12192000" cy="5549901"/>
          </a:xfrm>
          <a:prstGeom prst="rect">
            <a:avLst/>
          </a:prstGeom>
        </p:spPr>
        <p:txBody>
          <a:bodyPr/>
          <a:lstStyle/>
          <a:p>
            <a:r>
              <a:rPr lang="en-US" dirty="0"/>
              <a:t>Click icon to add picture</a:t>
            </a:r>
          </a:p>
        </p:txBody>
      </p:sp>
      <p:sp>
        <p:nvSpPr>
          <p:cNvPr id="13" name="Espace réservé du texte 2">
            <a:extLst>
              <a:ext uri="{FF2B5EF4-FFF2-40B4-BE49-F238E27FC236}">
                <a16:creationId xmlns:a16="http://schemas.microsoft.com/office/drawing/2014/main" id="{DC4E0861-90BC-4462-8D08-A00F27F6E89B}"/>
              </a:ext>
            </a:extLst>
          </p:cNvPr>
          <p:cNvSpPr>
            <a:spLocks noGrp="1"/>
          </p:cNvSpPr>
          <p:nvPr>
            <p:ph type="body" idx="14"/>
          </p:nvPr>
        </p:nvSpPr>
        <p:spPr>
          <a:xfrm>
            <a:off x="1414352" y="5897925"/>
            <a:ext cx="3634007" cy="581025"/>
          </a:xfrm>
          <a:prstGeom prst="rect">
            <a:avLst/>
          </a:prstGeom>
        </p:spPr>
        <p:txBody>
          <a:bodyPr anchor="t"/>
          <a:lstStyle>
            <a:lvl1pPr marL="0" indent="0">
              <a:buNone/>
              <a:defRPr sz="18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4" name="Espace réservé du texte 2">
            <a:extLst>
              <a:ext uri="{FF2B5EF4-FFF2-40B4-BE49-F238E27FC236}">
                <a16:creationId xmlns:a16="http://schemas.microsoft.com/office/drawing/2014/main" id="{2D52F7B0-9496-478A-B66B-B0200484AA00}"/>
              </a:ext>
            </a:extLst>
          </p:cNvPr>
          <p:cNvSpPr>
            <a:spLocks noGrp="1"/>
          </p:cNvSpPr>
          <p:nvPr>
            <p:ph type="body" idx="1"/>
          </p:nvPr>
        </p:nvSpPr>
        <p:spPr>
          <a:xfrm>
            <a:off x="395287" y="2667000"/>
            <a:ext cx="4127500" cy="2527300"/>
          </a:xfrm>
          <a:prstGeom prst="rect">
            <a:avLst/>
          </a:prstGeom>
          <a:solidFill>
            <a:schemeClr val="bg2"/>
          </a:solidFill>
          <a:ln>
            <a:noFill/>
          </a:ln>
        </p:spPr>
        <p:txBody>
          <a:bodyPr lIns="360000" tIns="360000" rIns="360000" bIns="360000" anchor="t"/>
          <a:lstStyle>
            <a:lvl1pPr marL="0" indent="0">
              <a:buNone/>
              <a:defRPr sz="2400" b="0">
                <a:solidFill>
                  <a:schemeClr val="bg1"/>
                </a:solidFill>
                <a:latin typeface="+mj-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pic>
        <p:nvPicPr>
          <p:cNvPr id="2" name="Image 1">
            <a:extLst>
              <a:ext uri="{FF2B5EF4-FFF2-40B4-BE49-F238E27FC236}">
                <a16:creationId xmlns:a16="http://schemas.microsoft.com/office/drawing/2014/main" id="{261E0868-E46A-81B9-0EB7-3D28AC45982C}"/>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5486400" y="5651267"/>
            <a:ext cx="4802400" cy="1074107"/>
          </a:xfrm>
          <a:prstGeom prst="rect">
            <a:avLst/>
          </a:prstGeom>
        </p:spPr>
      </p:pic>
      <p:pic>
        <p:nvPicPr>
          <p:cNvPr id="3" name="Graphic 2">
            <a:extLst>
              <a:ext uri="{FF2B5EF4-FFF2-40B4-BE49-F238E27FC236}">
                <a16:creationId xmlns:a16="http://schemas.microsoft.com/office/drawing/2014/main" id="{A8862195-07C7-A3A9-683B-7E9D660F268A}"/>
              </a:ext>
            </a:extLst>
          </p:cNvPr>
          <p:cNvPicPr>
            <a:picLocks noChangeAspect="1"/>
          </p:cNvPicPr>
          <p:nvPr userDrawn="1"/>
        </p:nvPicPr>
        <p:blipFill>
          <a:blip r:embed="rId3">
            <a:extLst>
              <a:ext uri="{96DAC541-7B7A-43D3-8B79-37D633B846F1}">
                <asvg:svgBlip xmlns:asvg="http://schemas.microsoft.com/office/drawing/2016/SVG/main" r:embed="rId4"/>
              </a:ext>
            </a:extLst>
          </a:blip>
          <a:stretch>
            <a:fillRect/>
          </a:stretch>
        </p:blipFill>
        <p:spPr>
          <a:xfrm>
            <a:off x="395287" y="5906717"/>
            <a:ext cx="581024" cy="581024"/>
          </a:xfrm>
          <a:prstGeom prst="rect">
            <a:avLst/>
          </a:prstGeom>
        </p:spPr>
      </p:pic>
    </p:spTree>
    <p:extLst>
      <p:ext uri="{BB962C8B-B14F-4D97-AF65-F5344CB8AC3E}">
        <p14:creationId xmlns:p14="http://schemas.microsoft.com/office/powerpoint/2010/main" val="3949051039"/>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1_Last slide - Derniere diapo - background">
    <p:spTree>
      <p:nvGrpSpPr>
        <p:cNvPr id="1" name=""/>
        <p:cNvGrpSpPr/>
        <p:nvPr/>
      </p:nvGrpSpPr>
      <p:grpSpPr>
        <a:xfrm>
          <a:off x="0" y="0"/>
          <a:ext cx="0" cy="0"/>
          <a:chOff x="0" y="0"/>
          <a:chExt cx="0" cy="0"/>
        </a:xfrm>
      </p:grpSpPr>
      <p:sp>
        <p:nvSpPr>
          <p:cNvPr id="13" name="Espace réservé du texte 2">
            <a:extLst>
              <a:ext uri="{FF2B5EF4-FFF2-40B4-BE49-F238E27FC236}">
                <a16:creationId xmlns:a16="http://schemas.microsoft.com/office/drawing/2014/main" id="{DC4E0861-90BC-4462-8D08-A00F27F6E89B}"/>
              </a:ext>
            </a:extLst>
          </p:cNvPr>
          <p:cNvSpPr>
            <a:spLocks noGrp="1"/>
          </p:cNvSpPr>
          <p:nvPr>
            <p:ph type="body" idx="14"/>
          </p:nvPr>
        </p:nvSpPr>
        <p:spPr>
          <a:xfrm>
            <a:off x="1414352" y="5897925"/>
            <a:ext cx="3634007" cy="581025"/>
          </a:xfrm>
          <a:prstGeom prst="rect">
            <a:avLst/>
          </a:prstGeom>
        </p:spPr>
        <p:txBody>
          <a:bodyPr anchor="t"/>
          <a:lstStyle>
            <a:lvl1pPr marL="0" indent="0">
              <a:buNone/>
              <a:defRPr sz="18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7" name="Espace réservé du texte 2">
            <a:extLst>
              <a:ext uri="{FF2B5EF4-FFF2-40B4-BE49-F238E27FC236}">
                <a16:creationId xmlns:a16="http://schemas.microsoft.com/office/drawing/2014/main" id="{16AE5122-ECEB-4DDC-82D8-6C0DDE115373}"/>
              </a:ext>
            </a:extLst>
          </p:cNvPr>
          <p:cNvSpPr>
            <a:spLocks noGrp="1"/>
          </p:cNvSpPr>
          <p:nvPr>
            <p:ph type="body" idx="1"/>
          </p:nvPr>
        </p:nvSpPr>
        <p:spPr>
          <a:xfrm>
            <a:off x="395287" y="1062592"/>
            <a:ext cx="4801357" cy="3141108"/>
          </a:xfrm>
          <a:prstGeom prst="rect">
            <a:avLst/>
          </a:prstGeom>
        </p:spPr>
        <p:txBody>
          <a:bodyPr anchor="ctr"/>
          <a:lstStyle>
            <a:lvl1pPr marL="0" indent="0">
              <a:buNone/>
              <a:defRPr sz="4400" b="0">
                <a:solidFill>
                  <a:schemeClr val="tx1"/>
                </a:solidFill>
                <a:latin typeface="+mj-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pic>
        <p:nvPicPr>
          <p:cNvPr id="2" name="Image 1">
            <a:extLst>
              <a:ext uri="{FF2B5EF4-FFF2-40B4-BE49-F238E27FC236}">
                <a16:creationId xmlns:a16="http://schemas.microsoft.com/office/drawing/2014/main" id="{5A175F3C-65EF-04B2-D4C9-A6E93FBEA111}"/>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5486400" y="5651267"/>
            <a:ext cx="4802400" cy="1074107"/>
          </a:xfrm>
          <a:prstGeom prst="rect">
            <a:avLst/>
          </a:prstGeom>
        </p:spPr>
      </p:pic>
      <p:pic>
        <p:nvPicPr>
          <p:cNvPr id="4" name="Graphic 3">
            <a:extLst>
              <a:ext uri="{FF2B5EF4-FFF2-40B4-BE49-F238E27FC236}">
                <a16:creationId xmlns:a16="http://schemas.microsoft.com/office/drawing/2014/main" id="{5199563A-909E-8913-A231-61E8751AE831}"/>
              </a:ext>
            </a:extLst>
          </p:cNvPr>
          <p:cNvPicPr>
            <a:picLocks noChangeAspect="1"/>
          </p:cNvPicPr>
          <p:nvPr userDrawn="1"/>
        </p:nvPicPr>
        <p:blipFill>
          <a:blip r:embed="rId3">
            <a:extLst>
              <a:ext uri="{96DAC541-7B7A-43D3-8B79-37D633B846F1}">
                <asvg:svgBlip xmlns:asvg="http://schemas.microsoft.com/office/drawing/2016/SVG/main" r:embed="rId4"/>
              </a:ext>
            </a:extLst>
          </a:blip>
          <a:stretch>
            <a:fillRect/>
          </a:stretch>
        </p:blipFill>
        <p:spPr>
          <a:xfrm>
            <a:off x="395287" y="5906717"/>
            <a:ext cx="581024" cy="581024"/>
          </a:xfrm>
          <a:prstGeom prst="rect">
            <a:avLst/>
          </a:prstGeom>
        </p:spPr>
      </p:pic>
    </p:spTree>
    <p:extLst>
      <p:ext uri="{BB962C8B-B14F-4D97-AF65-F5344CB8AC3E}">
        <p14:creationId xmlns:p14="http://schemas.microsoft.com/office/powerpoint/2010/main" val="130489485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290806094"/>
      </p:ext>
    </p:extLst>
  </p:cSld>
  <p:clrMap bg1="lt1" tx1="dk1" bg2="lt2" tx2="dk2" accent1="accent1" accent2="accent2" accent3="accent3" accent4="accent4" accent5="accent5" accent6="accent6" hlink="hlink" folHlink="folHlink"/>
  <p:sldLayoutIdLst>
    <p:sldLayoutId id="2147483660" r:id="rId1"/>
    <p:sldLayoutId id="2147483688" r:id="rId2"/>
    <p:sldLayoutId id="2147483650" r:id="rId3"/>
    <p:sldLayoutId id="2147483671" r:id="rId4"/>
    <p:sldLayoutId id="2147483672" r:id="rId5"/>
    <p:sldLayoutId id="2147483673" r:id="rId6"/>
    <p:sldLayoutId id="2147483674" r:id="rId7"/>
    <p:sldLayoutId id="2147483675" r:id="rId8"/>
    <p:sldLayoutId id="2147483678" r:id="rId9"/>
    <p:sldLayoutId id="2147483679" r:id="rId10"/>
    <p:sldLayoutId id="2147483680" r:id="rId11"/>
    <p:sldLayoutId id="2147483681" r:id="rId12"/>
    <p:sldLayoutId id="2147483682" r:id="rId13"/>
    <p:sldLayoutId id="2147483683" r:id="rId14"/>
    <p:sldLayoutId id="2147483684" r:id="rId15"/>
    <p:sldLayoutId id="2147483689" r:id="rId16"/>
    <p:sldLayoutId id="2147483690" r:id="rId17"/>
    <p:sldLayoutId id="2147483685" r:id="rId18"/>
    <p:sldLayoutId id="2147483691" r:id="rId19"/>
    <p:sldLayoutId id="2147483686" r:id="rId20"/>
    <p:sldLayoutId id="2147483687" r:id="rId21"/>
  </p:sldLayoutIdLs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tags" Target="../tags/tag3.xml"/><Relationship Id="rId2" Type="http://schemas.openxmlformats.org/officeDocument/2006/relationships/tags" Target="../tags/tag2.xml"/><Relationship Id="rId1" Type="http://schemas.openxmlformats.org/officeDocument/2006/relationships/tags" Target="../tags/tag1.xml"/><Relationship Id="rId5" Type="http://schemas.openxmlformats.org/officeDocument/2006/relationships/image" Target="../media/image9.jpeg"/><Relationship Id="rId4"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8" Type="http://schemas.openxmlformats.org/officeDocument/2006/relationships/tags" Target="../tags/tag11.xml"/><Relationship Id="rId13" Type="http://schemas.openxmlformats.org/officeDocument/2006/relationships/tags" Target="../tags/tag16.xml"/><Relationship Id="rId18" Type="http://schemas.openxmlformats.org/officeDocument/2006/relationships/tags" Target="../tags/tag21.xml"/><Relationship Id="rId26" Type="http://schemas.openxmlformats.org/officeDocument/2006/relationships/tags" Target="../tags/tag29.xml"/><Relationship Id="rId39" Type="http://schemas.openxmlformats.org/officeDocument/2006/relationships/image" Target="../media/image14.png"/><Relationship Id="rId3" Type="http://schemas.openxmlformats.org/officeDocument/2006/relationships/tags" Target="../tags/tag6.xml"/><Relationship Id="rId21" Type="http://schemas.openxmlformats.org/officeDocument/2006/relationships/tags" Target="../tags/tag24.xml"/><Relationship Id="rId34" Type="http://schemas.openxmlformats.org/officeDocument/2006/relationships/slideLayout" Target="../slideLayouts/slideLayout19.xml"/><Relationship Id="rId42" Type="http://schemas.openxmlformats.org/officeDocument/2006/relationships/image" Target="../media/image17.svg"/><Relationship Id="rId7" Type="http://schemas.openxmlformats.org/officeDocument/2006/relationships/tags" Target="../tags/tag10.xml"/><Relationship Id="rId12" Type="http://schemas.openxmlformats.org/officeDocument/2006/relationships/tags" Target="../tags/tag15.xml"/><Relationship Id="rId17" Type="http://schemas.openxmlformats.org/officeDocument/2006/relationships/tags" Target="../tags/tag20.xml"/><Relationship Id="rId25" Type="http://schemas.openxmlformats.org/officeDocument/2006/relationships/tags" Target="../tags/tag28.xml"/><Relationship Id="rId33" Type="http://schemas.openxmlformats.org/officeDocument/2006/relationships/tags" Target="../tags/tag36.xml"/><Relationship Id="rId38" Type="http://schemas.openxmlformats.org/officeDocument/2006/relationships/image" Target="../media/image13.svg"/><Relationship Id="rId2" Type="http://schemas.openxmlformats.org/officeDocument/2006/relationships/tags" Target="../tags/tag5.xml"/><Relationship Id="rId16" Type="http://schemas.openxmlformats.org/officeDocument/2006/relationships/tags" Target="../tags/tag19.xml"/><Relationship Id="rId20" Type="http://schemas.openxmlformats.org/officeDocument/2006/relationships/tags" Target="../tags/tag23.xml"/><Relationship Id="rId29" Type="http://schemas.openxmlformats.org/officeDocument/2006/relationships/tags" Target="../tags/tag32.xml"/><Relationship Id="rId41" Type="http://schemas.openxmlformats.org/officeDocument/2006/relationships/image" Target="../media/image16.png"/><Relationship Id="rId1" Type="http://schemas.openxmlformats.org/officeDocument/2006/relationships/tags" Target="../tags/tag4.xml"/><Relationship Id="rId6" Type="http://schemas.openxmlformats.org/officeDocument/2006/relationships/tags" Target="../tags/tag9.xml"/><Relationship Id="rId11" Type="http://schemas.openxmlformats.org/officeDocument/2006/relationships/tags" Target="../tags/tag14.xml"/><Relationship Id="rId24" Type="http://schemas.openxmlformats.org/officeDocument/2006/relationships/tags" Target="../tags/tag27.xml"/><Relationship Id="rId32" Type="http://schemas.openxmlformats.org/officeDocument/2006/relationships/tags" Target="../tags/tag35.xml"/><Relationship Id="rId37" Type="http://schemas.openxmlformats.org/officeDocument/2006/relationships/image" Target="../media/image12.png"/><Relationship Id="rId40" Type="http://schemas.openxmlformats.org/officeDocument/2006/relationships/image" Target="../media/image15.svg"/><Relationship Id="rId45" Type="http://schemas.openxmlformats.org/officeDocument/2006/relationships/image" Target="../media/image20.png"/><Relationship Id="rId5" Type="http://schemas.openxmlformats.org/officeDocument/2006/relationships/tags" Target="../tags/tag8.xml"/><Relationship Id="rId15" Type="http://schemas.openxmlformats.org/officeDocument/2006/relationships/tags" Target="../tags/tag18.xml"/><Relationship Id="rId23" Type="http://schemas.openxmlformats.org/officeDocument/2006/relationships/tags" Target="../tags/tag26.xml"/><Relationship Id="rId28" Type="http://schemas.openxmlformats.org/officeDocument/2006/relationships/tags" Target="../tags/tag31.xml"/><Relationship Id="rId36" Type="http://schemas.openxmlformats.org/officeDocument/2006/relationships/image" Target="../media/image11.svg"/><Relationship Id="rId10" Type="http://schemas.openxmlformats.org/officeDocument/2006/relationships/tags" Target="../tags/tag13.xml"/><Relationship Id="rId19" Type="http://schemas.openxmlformats.org/officeDocument/2006/relationships/tags" Target="../tags/tag22.xml"/><Relationship Id="rId31" Type="http://schemas.openxmlformats.org/officeDocument/2006/relationships/tags" Target="../tags/tag34.xml"/><Relationship Id="rId44" Type="http://schemas.openxmlformats.org/officeDocument/2006/relationships/image" Target="../media/image19.svg"/><Relationship Id="rId4" Type="http://schemas.openxmlformats.org/officeDocument/2006/relationships/tags" Target="../tags/tag7.xml"/><Relationship Id="rId9" Type="http://schemas.openxmlformats.org/officeDocument/2006/relationships/tags" Target="../tags/tag12.xml"/><Relationship Id="rId14" Type="http://schemas.openxmlformats.org/officeDocument/2006/relationships/tags" Target="../tags/tag17.xml"/><Relationship Id="rId22" Type="http://schemas.openxmlformats.org/officeDocument/2006/relationships/tags" Target="../tags/tag25.xml"/><Relationship Id="rId27" Type="http://schemas.openxmlformats.org/officeDocument/2006/relationships/tags" Target="../tags/tag30.xml"/><Relationship Id="rId30" Type="http://schemas.openxmlformats.org/officeDocument/2006/relationships/tags" Target="../tags/tag33.xml"/><Relationship Id="rId35" Type="http://schemas.openxmlformats.org/officeDocument/2006/relationships/image" Target="../media/image10.png"/><Relationship Id="rId43" Type="http://schemas.openxmlformats.org/officeDocument/2006/relationships/image" Target="../media/image18.png"/></Relationships>
</file>

<file path=ppt/slides/_rels/slide3.xml.rels><?xml version="1.0" encoding="UTF-8" standalone="yes"?>
<Relationships xmlns="http://schemas.openxmlformats.org/package/2006/relationships"><Relationship Id="rId3" Type="http://schemas.openxmlformats.org/officeDocument/2006/relationships/tags" Target="../tags/tag39.xml"/><Relationship Id="rId2" Type="http://schemas.openxmlformats.org/officeDocument/2006/relationships/tags" Target="../tags/tag38.xml"/><Relationship Id="rId1" Type="http://schemas.openxmlformats.org/officeDocument/2006/relationships/tags" Target="../tags/tag37.xml"/><Relationship Id="rId5" Type="http://schemas.openxmlformats.org/officeDocument/2006/relationships/image" Target="../media/image20.png"/><Relationship Id="rId4" Type="http://schemas.openxmlformats.org/officeDocument/2006/relationships/slideLayout" Target="../slideLayouts/slideLayout19.xml"/></Relationships>
</file>

<file path=ppt/slides/_rels/slide4.xml.rels><?xml version="1.0" encoding="UTF-8" standalone="yes"?>
<Relationships xmlns="http://schemas.openxmlformats.org/package/2006/relationships"><Relationship Id="rId3" Type="http://schemas.openxmlformats.org/officeDocument/2006/relationships/tags" Target="../tags/tag42.xml"/><Relationship Id="rId2" Type="http://schemas.openxmlformats.org/officeDocument/2006/relationships/tags" Target="../tags/tag41.xml"/><Relationship Id="rId1" Type="http://schemas.openxmlformats.org/officeDocument/2006/relationships/tags" Target="../tags/tag40.xml"/><Relationship Id="rId5" Type="http://schemas.openxmlformats.org/officeDocument/2006/relationships/image" Target="../media/image20.png"/><Relationship Id="rId4" Type="http://schemas.openxmlformats.org/officeDocument/2006/relationships/slideLayout" Target="../slideLayouts/slideLayout19.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6EC00A0-EE8C-17BE-8F66-1A67DC139E1A}"/>
            </a:ext>
          </a:extLst>
        </p:cNvPr>
        <p:cNvGrpSpPr/>
        <p:nvPr/>
      </p:nvGrpSpPr>
      <p:grpSpPr>
        <a:xfrm>
          <a:off x="0" y="0"/>
          <a:ext cx="0" cy="0"/>
          <a:chOff x="0" y="0"/>
          <a:chExt cx="0" cy="0"/>
        </a:xfrm>
      </p:grpSpPr>
      <p:pic>
        <p:nvPicPr>
          <p:cNvPr id="9" name="Picture Placeholder 8" descr="A close-up of people holding a pen and a notebook&#10;&#10;AI-generated content may be incorrect.">
            <a:extLst>
              <a:ext uri="{FF2B5EF4-FFF2-40B4-BE49-F238E27FC236}">
                <a16:creationId xmlns:a16="http://schemas.microsoft.com/office/drawing/2014/main" id="{9A97FAFF-E403-604D-765D-B245CDAE2F26}"/>
              </a:ext>
            </a:extLst>
          </p:cNvPr>
          <p:cNvPicPr>
            <a:picLocks noGrp="1" noChangeAspect="1"/>
          </p:cNvPicPr>
          <p:nvPr>
            <p:ph type="pic" sz="quarter" idx="10"/>
            <p:custDataLst>
              <p:tags r:id="rId1"/>
            </p:custDataLst>
          </p:nvPr>
        </p:nvPicPr>
        <p:blipFill>
          <a:blip r:embed="rId5" cstate="screen">
            <a:extLst>
              <a:ext uri="{28A0092B-C50C-407E-A947-70E740481C1C}">
                <a14:useLocalDpi xmlns:a14="http://schemas.microsoft.com/office/drawing/2010/main"/>
              </a:ext>
            </a:extLst>
          </a:blip>
          <a:srcRect/>
          <a:stretch>
            <a:fillRect/>
          </a:stretch>
        </p:blipFill>
        <p:spPr/>
      </p:pic>
      <p:sp>
        <p:nvSpPr>
          <p:cNvPr id="5" name="Title 4">
            <a:extLst>
              <a:ext uri="{FF2B5EF4-FFF2-40B4-BE49-F238E27FC236}">
                <a16:creationId xmlns:a16="http://schemas.microsoft.com/office/drawing/2014/main" id="{8A2F5EF6-4E13-3DA5-7AB7-EC776F8F3F1A}"/>
              </a:ext>
            </a:extLst>
          </p:cNvPr>
          <p:cNvSpPr>
            <a:spLocks noGrp="1"/>
          </p:cNvSpPr>
          <p:nvPr>
            <p:ph type="ctrTitle"/>
            <p:custDataLst>
              <p:tags r:id="rId2"/>
            </p:custDataLst>
          </p:nvPr>
        </p:nvSpPr>
        <p:spPr>
          <a:xfrm>
            <a:off x="469641" y="2748828"/>
            <a:ext cx="4940559" cy="2459564"/>
          </a:xfrm>
        </p:spPr>
        <p:txBody>
          <a:bodyPr/>
          <a:lstStyle/>
          <a:p>
            <a:pPr>
              <a:lnSpc>
                <a:spcPct val="70000"/>
              </a:lnSpc>
              <a:spcBef>
                <a:spcPts val="0"/>
              </a:spcBef>
            </a:pPr>
            <a:r>
              <a:rPr lang="en-US" dirty="0"/>
              <a:t>Private Credit: </a:t>
            </a:r>
            <a:r>
              <a:rPr lang="en-CA" dirty="0"/>
              <a:t>Asset-Based Lending </a:t>
            </a:r>
            <a:br>
              <a:rPr lang="en-US" sz="2000" dirty="0"/>
            </a:br>
            <a:br>
              <a:rPr lang="en-US" sz="2000" dirty="0"/>
            </a:br>
            <a:r>
              <a:rPr lang="en-US" sz="3200" dirty="0">
                <a:solidFill>
                  <a:schemeClr val="tx2"/>
                </a:solidFill>
              </a:rPr>
              <a:t>Overview</a:t>
            </a:r>
            <a:endParaRPr lang="en-CA" dirty="0">
              <a:solidFill>
                <a:schemeClr val="tx2"/>
              </a:solidFill>
            </a:endParaRPr>
          </a:p>
        </p:txBody>
      </p:sp>
      <p:sp>
        <p:nvSpPr>
          <p:cNvPr id="6" name="Subtitle 5">
            <a:extLst>
              <a:ext uri="{FF2B5EF4-FFF2-40B4-BE49-F238E27FC236}">
                <a16:creationId xmlns:a16="http://schemas.microsoft.com/office/drawing/2014/main" id="{516A3154-4703-B86B-F561-E39DD25CDFAA}"/>
              </a:ext>
            </a:extLst>
          </p:cNvPr>
          <p:cNvSpPr>
            <a:spLocks noGrp="1"/>
          </p:cNvSpPr>
          <p:nvPr>
            <p:ph type="subTitle" idx="1"/>
            <p:custDataLst>
              <p:tags r:id="rId3"/>
            </p:custDataLst>
          </p:nvPr>
        </p:nvSpPr>
        <p:spPr>
          <a:xfrm>
            <a:off x="469641" y="5184194"/>
            <a:ext cx="4940559" cy="1256068"/>
          </a:xfrm>
        </p:spPr>
        <p:txBody>
          <a:bodyPr tIns="0"/>
          <a:lstStyle/>
          <a:p>
            <a:r>
              <a:rPr lang="en-US" sz="2800" dirty="0"/>
              <a:t>April 2025</a:t>
            </a:r>
            <a:endParaRPr lang="en-CA" sz="2800" dirty="0"/>
          </a:p>
          <a:p>
            <a:r>
              <a:rPr lang="en-US" sz="1000" dirty="0"/>
              <a:t>USD figures unless otherwise indicated</a:t>
            </a:r>
          </a:p>
          <a:p>
            <a:r>
              <a:rPr lang="en-US" sz="1000" dirty="0"/>
              <a:t>Information presented as of March 31</a:t>
            </a:r>
            <a:r>
              <a:rPr lang="en-US" sz="1000" baseline="30000" dirty="0"/>
              <a:t>st</a:t>
            </a:r>
            <a:r>
              <a:rPr lang="en-US" sz="1000" dirty="0"/>
              <a:t>, 2024</a:t>
            </a:r>
          </a:p>
        </p:txBody>
      </p:sp>
    </p:spTree>
    <p:extLst>
      <p:ext uri="{BB962C8B-B14F-4D97-AF65-F5344CB8AC3E}">
        <p14:creationId xmlns:p14="http://schemas.microsoft.com/office/powerpoint/2010/main" val="330252608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F1B2FA8-0941-D8A4-6952-8028C816E09C}"/>
            </a:ext>
          </a:extLst>
        </p:cNvPr>
        <p:cNvGrpSpPr/>
        <p:nvPr/>
      </p:nvGrpSpPr>
      <p:grpSpPr>
        <a:xfrm>
          <a:off x="0" y="0"/>
          <a:ext cx="0" cy="0"/>
          <a:chOff x="0" y="0"/>
          <a:chExt cx="0" cy="0"/>
        </a:xfrm>
      </p:grpSpPr>
      <p:sp>
        <p:nvSpPr>
          <p:cNvPr id="32" name="Rectangle 31">
            <a:extLst>
              <a:ext uri="{FF2B5EF4-FFF2-40B4-BE49-F238E27FC236}">
                <a16:creationId xmlns:a16="http://schemas.microsoft.com/office/drawing/2014/main" id="{18ED3F4B-0BB2-9445-91E8-60143E4A256A}"/>
              </a:ext>
            </a:extLst>
          </p:cNvPr>
          <p:cNvSpPr/>
          <p:nvPr>
            <p:custDataLst>
              <p:tags r:id="rId1"/>
            </p:custDataLst>
          </p:nvPr>
        </p:nvSpPr>
        <p:spPr>
          <a:xfrm>
            <a:off x="2914480" y="802348"/>
            <a:ext cx="2716234" cy="4454970"/>
          </a:xfrm>
          <a:prstGeom prst="rect">
            <a:avLst/>
          </a:prstGeom>
          <a:noFill/>
          <a:ln>
            <a:solidFill>
              <a:schemeClr val="bg2">
                <a:lumMod val="40000"/>
                <a:lumOff val="60000"/>
              </a:schemeClr>
            </a:solidFill>
          </a:ln>
        </p:spPr>
        <p:style>
          <a:lnRef idx="2">
            <a:schemeClr val="accent1">
              <a:shade val="15000"/>
            </a:schemeClr>
          </a:lnRef>
          <a:fillRef idx="1">
            <a:schemeClr val="accent1"/>
          </a:fillRef>
          <a:effectRef idx="0">
            <a:schemeClr val="accent1"/>
          </a:effectRef>
          <a:fontRef idx="minor">
            <a:schemeClr val="lt1"/>
          </a:fontRef>
        </p:style>
        <p:txBody>
          <a:bodyPr lIns="216000" tIns="216000" rIns="216000" bIns="216000" numCol="1" spcCol="360000" rtlCol="0" anchor="t" anchorCtr="0"/>
          <a:lstStyle/>
          <a:p>
            <a:pPr marR="0" lvl="0" defTabSz="914400" eaLnBrk="1" fontAlgn="auto" latinLnBrk="0" hangingPunct="1">
              <a:lnSpc>
                <a:spcPct val="100000"/>
              </a:lnSpc>
              <a:spcBef>
                <a:spcPts val="1600"/>
              </a:spcBef>
              <a:spcAft>
                <a:spcPts val="0"/>
              </a:spcAft>
              <a:buClrTx/>
              <a:buSzTx/>
              <a:tabLst/>
              <a:defRPr/>
            </a:pPr>
            <a:r>
              <a:rPr kumimoji="0" lang="en-CA" sz="1250" b="1" i="0" u="none" strike="noStrike" kern="0" cap="none" spc="0" normalizeH="0" baseline="0" noProof="0" dirty="0">
                <a:ln>
                  <a:noFill/>
                </a:ln>
                <a:solidFill>
                  <a:schemeClr val="tx1"/>
                </a:solidFill>
                <a:effectLst/>
                <a:uLnTx/>
                <a:uFillTx/>
                <a:latin typeface="+mj-lt"/>
                <a:ea typeface="+mn-ea"/>
                <a:cs typeface="Arial" panose="020B0604020202020204" pitchFamily="34" charset="0"/>
              </a:rPr>
              <a:t>Boost Liquidity with Asset-Based RLOC Financing from $5M to $25M</a:t>
            </a:r>
          </a:p>
          <a:p>
            <a:pPr marR="0" lvl="0" defTabSz="914400" eaLnBrk="1" fontAlgn="auto" latinLnBrk="0" hangingPunct="1">
              <a:lnSpc>
                <a:spcPct val="100000"/>
              </a:lnSpc>
              <a:spcBef>
                <a:spcPts val="1600"/>
              </a:spcBef>
              <a:spcAft>
                <a:spcPts val="0"/>
              </a:spcAft>
              <a:buClrTx/>
              <a:buSzTx/>
              <a:tabLst/>
              <a:defRPr/>
            </a:pPr>
            <a:r>
              <a:rPr kumimoji="0" lang="en-CA" sz="1250" b="0" i="0" u="none" strike="noStrike" kern="0" cap="none" spc="0" normalizeH="0" baseline="0" noProof="0" dirty="0">
                <a:ln>
                  <a:noFill/>
                </a:ln>
                <a:solidFill>
                  <a:schemeClr val="tx1"/>
                </a:solidFill>
                <a:effectLst/>
                <a:uLnTx/>
                <a:uFillTx/>
                <a:latin typeface="+mj-lt"/>
                <a:ea typeface="+mn-ea"/>
                <a:cs typeface="Arial" panose="020B0604020202020204" pitchFamily="34" charset="0"/>
              </a:rPr>
              <a:t>Mitsubishi HC Capital Canada offers revolving lines of credit (RLOC) backed by receivables, inventory, and Equipment—not just cash flow. Ideal for growing businesses, working capital needs, or funding acquisitions, our RLOC goes beyond what traditional lenders provide. Our ABL is covenant-lite </a:t>
            </a:r>
            <a:r>
              <a:rPr lang="en-CA" sz="1250" kern="0" dirty="0">
                <a:solidFill>
                  <a:schemeClr val="tx1"/>
                </a:solidFill>
                <a:latin typeface="+mj-lt"/>
                <a:cs typeface="Arial" panose="020B0604020202020204" pitchFamily="34" charset="0"/>
              </a:rPr>
              <a:t>and </a:t>
            </a:r>
            <a:r>
              <a:rPr kumimoji="0" lang="en-CA" sz="1250" b="0" i="0" u="none" strike="noStrike" kern="0" cap="none" spc="0" normalizeH="0" baseline="0" noProof="0" dirty="0">
                <a:ln>
                  <a:noFill/>
                </a:ln>
                <a:solidFill>
                  <a:schemeClr val="tx1"/>
                </a:solidFill>
                <a:effectLst/>
                <a:uLnTx/>
                <a:uFillTx/>
                <a:latin typeface="+mj-lt"/>
                <a:ea typeface="+mn-ea"/>
                <a:cs typeface="Arial" panose="020B0604020202020204" pitchFamily="34" charset="0"/>
              </a:rPr>
              <a:t>easily scalable as working capital needs increase.</a:t>
            </a:r>
          </a:p>
          <a:p>
            <a:pPr marR="0" lvl="0" defTabSz="914400" eaLnBrk="1" fontAlgn="auto" latinLnBrk="0" hangingPunct="1">
              <a:lnSpc>
                <a:spcPct val="100000"/>
              </a:lnSpc>
              <a:spcBef>
                <a:spcPts val="1600"/>
              </a:spcBef>
              <a:spcAft>
                <a:spcPts val="0"/>
              </a:spcAft>
              <a:buClrTx/>
              <a:buSzTx/>
              <a:tabLst/>
              <a:defRPr/>
            </a:pPr>
            <a:r>
              <a:rPr kumimoji="0" lang="en-CA" sz="1250" b="0" i="0" u="none" strike="noStrike" kern="0" cap="none" spc="0" normalizeH="0" baseline="0" noProof="0" dirty="0">
                <a:ln>
                  <a:noFill/>
                </a:ln>
                <a:solidFill>
                  <a:schemeClr val="tx1"/>
                </a:solidFill>
                <a:effectLst/>
                <a:uLnTx/>
                <a:uFillTx/>
                <a:latin typeface="+mj-lt"/>
                <a:ea typeface="+mn-ea"/>
                <a:cs typeface="Arial" panose="020B0604020202020204" pitchFamily="34" charset="0"/>
              </a:rPr>
              <a:t>As part of North America’s largest non-bank commercial lender, we deliver asset-focused financing with competitive rates, speed, transparency and certainty of capital &amp; execution.</a:t>
            </a:r>
          </a:p>
          <a:p>
            <a:pPr marR="0" lvl="0" defTabSz="914400" eaLnBrk="1" fontAlgn="auto" latinLnBrk="0" hangingPunct="1">
              <a:lnSpc>
                <a:spcPct val="100000"/>
              </a:lnSpc>
              <a:spcBef>
                <a:spcPts val="1600"/>
              </a:spcBef>
              <a:spcAft>
                <a:spcPts val="0"/>
              </a:spcAft>
              <a:buClrTx/>
              <a:buSzTx/>
              <a:tabLst/>
              <a:defRPr/>
            </a:pPr>
            <a:endParaRPr kumimoji="0" lang="en-CA" sz="1250" b="0" i="0" u="none" strike="noStrike" kern="0" cap="none" spc="0" normalizeH="0" baseline="0" noProof="0" dirty="0">
              <a:ln>
                <a:noFill/>
              </a:ln>
              <a:solidFill>
                <a:schemeClr val="tx1"/>
              </a:solidFill>
              <a:effectLst/>
              <a:uLnTx/>
              <a:uFillTx/>
              <a:latin typeface="+mj-lt"/>
              <a:ea typeface="+mn-ea"/>
              <a:cs typeface="Arial" panose="020B0604020202020204" pitchFamily="34" charset="0"/>
            </a:endParaRPr>
          </a:p>
        </p:txBody>
      </p:sp>
      <p:sp>
        <p:nvSpPr>
          <p:cNvPr id="43" name="Rectangle 42">
            <a:extLst>
              <a:ext uri="{FF2B5EF4-FFF2-40B4-BE49-F238E27FC236}">
                <a16:creationId xmlns:a16="http://schemas.microsoft.com/office/drawing/2014/main" id="{5A8A28BF-8B45-95B5-8FCC-7CDEC271B5F1}"/>
              </a:ext>
            </a:extLst>
          </p:cNvPr>
          <p:cNvSpPr/>
          <p:nvPr>
            <p:custDataLst>
              <p:tags r:id="rId2"/>
            </p:custDataLst>
          </p:nvPr>
        </p:nvSpPr>
        <p:spPr>
          <a:xfrm>
            <a:off x="5959305" y="0"/>
            <a:ext cx="6232695" cy="6858000"/>
          </a:xfrm>
          <a:prstGeom prst="rect">
            <a:avLst/>
          </a:prstGeom>
          <a:solidFill>
            <a:schemeClr val="bg2">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A" dirty="0"/>
          </a:p>
        </p:txBody>
      </p:sp>
      <p:sp>
        <p:nvSpPr>
          <p:cNvPr id="25" name="Rectangle 24">
            <a:extLst>
              <a:ext uri="{FF2B5EF4-FFF2-40B4-BE49-F238E27FC236}">
                <a16:creationId xmlns:a16="http://schemas.microsoft.com/office/drawing/2014/main" id="{6CD4348E-56BD-4AD2-F704-511782F2DB98}"/>
              </a:ext>
            </a:extLst>
          </p:cNvPr>
          <p:cNvSpPr/>
          <p:nvPr>
            <p:custDataLst>
              <p:tags r:id="rId3"/>
            </p:custDataLst>
          </p:nvPr>
        </p:nvSpPr>
        <p:spPr>
          <a:xfrm>
            <a:off x="0" y="0"/>
            <a:ext cx="2585889" cy="6858000"/>
          </a:xfrm>
          <a:prstGeom prst="rect">
            <a:avLst/>
          </a:prstGeom>
          <a:solidFill>
            <a:schemeClr val="bg2">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A" dirty="0"/>
          </a:p>
        </p:txBody>
      </p:sp>
      <p:sp>
        <p:nvSpPr>
          <p:cNvPr id="20" name="Rectangle 19">
            <a:extLst>
              <a:ext uri="{FF2B5EF4-FFF2-40B4-BE49-F238E27FC236}">
                <a16:creationId xmlns:a16="http://schemas.microsoft.com/office/drawing/2014/main" id="{3633F369-AFC1-5A4A-0258-77B508099361}"/>
              </a:ext>
            </a:extLst>
          </p:cNvPr>
          <p:cNvSpPr/>
          <p:nvPr>
            <p:custDataLst>
              <p:tags r:id="rId4"/>
            </p:custDataLst>
          </p:nvPr>
        </p:nvSpPr>
        <p:spPr>
          <a:xfrm>
            <a:off x="315663" y="4099542"/>
            <a:ext cx="1919536" cy="1328971"/>
          </a:xfrm>
          <a:prstGeom prst="rect">
            <a:avLst/>
          </a:prstGeom>
          <a:solidFill>
            <a:schemeClr val="bg1"/>
          </a:solidFill>
          <a:ln w="12700" cap="flat" cmpd="sng" algn="ctr">
            <a:noFill/>
            <a:prstDash val="solid"/>
            <a:miter lim="800000"/>
          </a:ln>
          <a:effectLst/>
        </p:spPr>
        <p:txBody>
          <a:bodyPr lIns="180000" tIns="288000" rIns="180000" bIns="180000" rtlCol="0" anchor="t" anchorCtr="0"/>
          <a:lstStyle/>
          <a:p>
            <a:pPr algn="ctr">
              <a:lnSpc>
                <a:spcPct val="90000"/>
              </a:lnSpc>
              <a:spcAft>
                <a:spcPts val="300"/>
              </a:spcAft>
              <a:defRPr/>
            </a:pPr>
            <a:r>
              <a:rPr lang="en-US" sz="1400" b="1" kern="0" dirty="0">
                <a:latin typeface="+mj-lt"/>
                <a:cs typeface="Arial" panose="020B0604020202020204" pitchFamily="34" charset="0"/>
              </a:rPr>
              <a:t>Global Network</a:t>
            </a:r>
          </a:p>
          <a:p>
            <a:pPr marL="0" marR="0" lvl="0" indent="0" algn="ctr" defTabSz="914400" eaLnBrk="1" fontAlgn="auto" latinLnBrk="0" hangingPunct="1">
              <a:lnSpc>
                <a:spcPct val="90000"/>
              </a:lnSpc>
              <a:spcBef>
                <a:spcPts val="0"/>
              </a:spcBef>
              <a:spcAft>
                <a:spcPts val="800"/>
              </a:spcAft>
              <a:buClrTx/>
              <a:buSzTx/>
              <a:buFontTx/>
              <a:buNone/>
              <a:tabLst/>
              <a:defRPr/>
            </a:pPr>
            <a:r>
              <a:rPr kumimoji="0" lang="en-US" sz="1200" b="0" i="0" u="none" strike="noStrike" kern="0" cap="none" spc="0" normalizeH="0" baseline="0" noProof="0" dirty="0">
                <a:ln>
                  <a:noFill/>
                </a:ln>
                <a:effectLst/>
                <a:uLnTx/>
                <a:uFillTx/>
                <a:latin typeface="+mj-lt"/>
                <a:ea typeface="+mn-ea"/>
                <a:cs typeface="Arial" panose="020B0604020202020204" pitchFamily="34" charset="0"/>
              </a:rPr>
              <a:t>Operate in</a:t>
            </a:r>
            <a:br>
              <a:rPr kumimoji="0" lang="en-US" sz="1200" b="0" i="0" u="none" strike="noStrike" kern="0" cap="none" spc="0" normalizeH="0" baseline="0" noProof="0" dirty="0">
                <a:ln>
                  <a:noFill/>
                </a:ln>
                <a:effectLst/>
                <a:uLnTx/>
                <a:uFillTx/>
                <a:latin typeface="+mj-lt"/>
                <a:ea typeface="+mn-ea"/>
                <a:cs typeface="Arial" panose="020B0604020202020204" pitchFamily="34" charset="0"/>
              </a:rPr>
            </a:br>
            <a:r>
              <a:rPr kumimoji="0" lang="en-US" sz="1200" b="0" i="0" u="none" strike="noStrike" kern="0" cap="none" spc="0" normalizeH="0" baseline="0" noProof="0" dirty="0">
                <a:ln>
                  <a:noFill/>
                </a:ln>
                <a:effectLst/>
                <a:uLnTx/>
                <a:uFillTx/>
                <a:latin typeface="+mj-lt"/>
                <a:ea typeface="+mn-ea"/>
                <a:cs typeface="Arial" panose="020B0604020202020204" pitchFamily="34" charset="0"/>
              </a:rPr>
              <a:t>20+ countries</a:t>
            </a:r>
          </a:p>
          <a:p>
            <a:pPr marL="0" marR="0" lvl="0" indent="0" algn="ctr" defTabSz="914400" eaLnBrk="1" fontAlgn="auto" latinLnBrk="0" hangingPunct="1">
              <a:lnSpc>
                <a:spcPct val="90000"/>
              </a:lnSpc>
              <a:spcBef>
                <a:spcPts val="0"/>
              </a:spcBef>
              <a:spcAft>
                <a:spcPts val="800"/>
              </a:spcAft>
              <a:buClrTx/>
              <a:buSzTx/>
              <a:buFontTx/>
              <a:buNone/>
              <a:tabLst/>
              <a:defRPr/>
            </a:pPr>
            <a:r>
              <a:rPr kumimoji="0" lang="en-US" sz="1200" b="0" i="0" u="none" strike="noStrike" kern="0" cap="none" spc="0" normalizeH="0" baseline="0" noProof="0" dirty="0">
                <a:ln>
                  <a:noFill/>
                </a:ln>
                <a:effectLst/>
                <a:uLnTx/>
                <a:uFillTx/>
                <a:latin typeface="+mj-lt"/>
                <a:ea typeface="+mn-ea"/>
                <a:cs typeface="Arial" panose="020B0604020202020204" pitchFamily="34" charset="0"/>
              </a:rPr>
              <a:t>30 000+ clients in North America</a:t>
            </a:r>
            <a:endParaRPr kumimoji="0" lang="fr-CA" sz="1000" b="0" i="0" u="none" strike="noStrike" kern="0" cap="none" spc="0" normalizeH="0" baseline="0" noProof="0" dirty="0">
              <a:ln>
                <a:noFill/>
              </a:ln>
              <a:effectLst/>
              <a:uLnTx/>
              <a:uFillTx/>
              <a:latin typeface="+mj-lt"/>
              <a:ea typeface="+mn-ea"/>
              <a:cs typeface="Arial" panose="020B0604020202020204" pitchFamily="34" charset="0"/>
            </a:endParaRPr>
          </a:p>
        </p:txBody>
      </p:sp>
      <p:sp>
        <p:nvSpPr>
          <p:cNvPr id="22" name="Rectangle 21">
            <a:extLst>
              <a:ext uri="{FF2B5EF4-FFF2-40B4-BE49-F238E27FC236}">
                <a16:creationId xmlns:a16="http://schemas.microsoft.com/office/drawing/2014/main" id="{8FAD8EFB-49C9-369F-9C50-E63BFCAB1F22}"/>
              </a:ext>
            </a:extLst>
          </p:cNvPr>
          <p:cNvSpPr/>
          <p:nvPr>
            <p:custDataLst>
              <p:tags r:id="rId5"/>
            </p:custDataLst>
          </p:nvPr>
        </p:nvSpPr>
        <p:spPr>
          <a:xfrm>
            <a:off x="315663" y="2548272"/>
            <a:ext cx="1919536" cy="1288214"/>
          </a:xfrm>
          <a:prstGeom prst="rect">
            <a:avLst/>
          </a:prstGeom>
          <a:solidFill>
            <a:schemeClr val="bg1"/>
          </a:solidFill>
          <a:ln w="12700" cap="flat" cmpd="sng" algn="ctr">
            <a:noFill/>
            <a:prstDash val="solid"/>
            <a:miter lim="800000"/>
          </a:ln>
          <a:effectLst/>
        </p:spPr>
        <p:txBody>
          <a:bodyPr lIns="180000" tIns="288000" rIns="180000" bIns="180000" rtlCol="0" anchor="t" anchorCtr="0"/>
          <a:lstStyle/>
          <a:p>
            <a:pPr algn="ctr">
              <a:lnSpc>
                <a:spcPct val="90000"/>
              </a:lnSpc>
              <a:spcAft>
                <a:spcPts val="300"/>
              </a:spcAft>
              <a:defRPr/>
            </a:pPr>
            <a:r>
              <a:rPr lang="en-US" sz="1400" b="1" kern="0" dirty="0">
                <a:latin typeface="+mj-lt"/>
                <a:cs typeface="Arial" panose="020B0604020202020204" pitchFamily="34" charset="0"/>
              </a:rPr>
              <a:t>Dependable Partner</a:t>
            </a:r>
          </a:p>
          <a:p>
            <a:pPr marL="0" marR="0" lvl="0" indent="0" algn="ctr" defTabSz="914400" eaLnBrk="1" fontAlgn="auto" latinLnBrk="0" hangingPunct="1">
              <a:lnSpc>
                <a:spcPct val="90000"/>
              </a:lnSpc>
              <a:spcBef>
                <a:spcPts val="0"/>
              </a:spcBef>
              <a:spcAft>
                <a:spcPts val="800"/>
              </a:spcAft>
              <a:buClrTx/>
              <a:buSzTx/>
              <a:buFontTx/>
              <a:buNone/>
              <a:tabLst/>
              <a:defRPr/>
            </a:pPr>
            <a:r>
              <a:rPr kumimoji="0" lang="en-US" sz="1200" b="0" i="0" u="none" strike="noStrike" kern="0" cap="none" spc="0" normalizeH="0" baseline="0" noProof="0" dirty="0">
                <a:ln>
                  <a:noFill/>
                </a:ln>
                <a:effectLst/>
                <a:uLnTx/>
                <a:uFillTx/>
                <a:latin typeface="+mj-lt"/>
                <a:ea typeface="+mn-ea"/>
                <a:cs typeface="Arial" panose="020B0604020202020204" pitchFamily="34" charset="0"/>
              </a:rPr>
              <a:t>A- S&amp;P credit rating (Dec. 31</a:t>
            </a:r>
            <a:r>
              <a:rPr kumimoji="0" lang="en-US" sz="1200" b="0" i="0" u="none" strike="noStrike" kern="0" cap="none" spc="0" normalizeH="0" baseline="30000" noProof="0" dirty="0">
                <a:ln>
                  <a:noFill/>
                </a:ln>
                <a:effectLst/>
                <a:uLnTx/>
                <a:uFillTx/>
                <a:latin typeface="+mj-lt"/>
                <a:ea typeface="+mn-ea"/>
                <a:cs typeface="Arial" panose="020B0604020202020204" pitchFamily="34" charset="0"/>
              </a:rPr>
              <a:t>st</a:t>
            </a:r>
            <a:r>
              <a:rPr lang="en-US" sz="1200" kern="0" dirty="0">
                <a:latin typeface="+mj-lt"/>
                <a:cs typeface="Arial" panose="020B0604020202020204" pitchFamily="34" charset="0"/>
              </a:rPr>
              <a:t>, </a:t>
            </a:r>
            <a:r>
              <a:rPr kumimoji="0" lang="en-US" sz="1200" b="0" i="0" u="none" strike="noStrike" kern="0" cap="none" spc="0" normalizeH="0" baseline="0" noProof="0" dirty="0">
                <a:ln>
                  <a:noFill/>
                </a:ln>
                <a:effectLst/>
                <a:uLnTx/>
                <a:uFillTx/>
                <a:latin typeface="+mj-lt"/>
                <a:ea typeface="+mn-ea"/>
                <a:cs typeface="Arial" panose="020B0604020202020204" pitchFamily="34" charset="0"/>
              </a:rPr>
              <a:t>2024)</a:t>
            </a:r>
          </a:p>
          <a:p>
            <a:pPr marL="0" marR="0" lvl="0" indent="0" algn="ctr" defTabSz="914400" eaLnBrk="1" fontAlgn="auto" latinLnBrk="0" hangingPunct="1">
              <a:lnSpc>
                <a:spcPct val="90000"/>
              </a:lnSpc>
              <a:spcBef>
                <a:spcPts val="0"/>
              </a:spcBef>
              <a:spcAft>
                <a:spcPts val="800"/>
              </a:spcAft>
              <a:buClrTx/>
              <a:buSzTx/>
              <a:buFontTx/>
              <a:buNone/>
              <a:tabLst/>
              <a:defRPr/>
            </a:pPr>
            <a:r>
              <a:rPr kumimoji="0" lang="en-US" sz="1200" b="0" i="0" u="none" strike="noStrike" kern="0" cap="none" spc="0" normalizeH="0" baseline="0" noProof="0" dirty="0">
                <a:ln>
                  <a:noFill/>
                </a:ln>
                <a:effectLst/>
                <a:uLnTx/>
                <a:uFillTx/>
                <a:latin typeface="+mj-lt"/>
                <a:ea typeface="+mn-ea"/>
                <a:cs typeface="Arial" panose="020B0604020202020204" pitchFamily="34" charset="0"/>
              </a:rPr>
              <a:t>50+ years in business </a:t>
            </a:r>
          </a:p>
        </p:txBody>
      </p:sp>
      <p:sp>
        <p:nvSpPr>
          <p:cNvPr id="23" name="Rectangle 22">
            <a:extLst>
              <a:ext uri="{FF2B5EF4-FFF2-40B4-BE49-F238E27FC236}">
                <a16:creationId xmlns:a16="http://schemas.microsoft.com/office/drawing/2014/main" id="{AB9B507F-DF78-F91B-9ED5-A217B483A218}"/>
              </a:ext>
            </a:extLst>
          </p:cNvPr>
          <p:cNvSpPr/>
          <p:nvPr>
            <p:custDataLst>
              <p:tags r:id="rId6"/>
            </p:custDataLst>
          </p:nvPr>
        </p:nvSpPr>
        <p:spPr>
          <a:xfrm>
            <a:off x="315663" y="1548164"/>
            <a:ext cx="1919536" cy="749179"/>
          </a:xfrm>
          <a:prstGeom prst="rect">
            <a:avLst/>
          </a:prstGeom>
          <a:solidFill>
            <a:schemeClr val="bg1"/>
          </a:solidFill>
          <a:ln w="12700" cap="flat" cmpd="sng" algn="ctr">
            <a:noFill/>
            <a:prstDash val="solid"/>
            <a:miter lim="800000"/>
          </a:ln>
          <a:effectLst/>
        </p:spPr>
        <p:txBody>
          <a:bodyPr lIns="180000" tIns="288000" rIns="180000" bIns="180000" rtlCol="0" anchor="t" anchorCtr="0"/>
          <a:lstStyle/>
          <a:p>
            <a:pPr marL="0" marR="0" lvl="0" indent="0" algn="ctr" defTabSz="914400" eaLnBrk="1" fontAlgn="auto" latinLnBrk="0" hangingPunct="1">
              <a:lnSpc>
                <a:spcPct val="90000"/>
              </a:lnSpc>
              <a:spcBef>
                <a:spcPts val="0"/>
              </a:spcBef>
              <a:spcAft>
                <a:spcPts val="300"/>
              </a:spcAft>
              <a:buClrTx/>
              <a:buSzTx/>
              <a:buFontTx/>
              <a:buNone/>
              <a:tabLst/>
              <a:defRPr/>
            </a:pPr>
            <a:r>
              <a:rPr kumimoji="0" lang="en-US" sz="1400" b="1" i="0" u="none" strike="noStrike" kern="0" cap="none" spc="0" normalizeH="0" baseline="0" noProof="0" dirty="0">
                <a:ln>
                  <a:noFill/>
                </a:ln>
                <a:effectLst/>
                <a:uLnTx/>
                <a:uFillTx/>
                <a:latin typeface="+mj-lt"/>
                <a:ea typeface="+mn-ea"/>
                <a:cs typeface="Arial" panose="020B0604020202020204" pitchFamily="34" charset="0"/>
              </a:rPr>
              <a:t>Significant Capital</a:t>
            </a:r>
          </a:p>
          <a:p>
            <a:pPr marL="0" marR="0" lvl="0" indent="0" algn="ctr" defTabSz="914400" eaLnBrk="1" fontAlgn="auto" latinLnBrk="0" hangingPunct="1">
              <a:lnSpc>
                <a:spcPct val="90000"/>
              </a:lnSpc>
              <a:spcBef>
                <a:spcPts val="0"/>
              </a:spcBef>
              <a:spcAft>
                <a:spcPts val="800"/>
              </a:spcAft>
              <a:buClrTx/>
              <a:buSzTx/>
              <a:buFontTx/>
              <a:buNone/>
              <a:tabLst/>
              <a:defRPr/>
            </a:pPr>
            <a:r>
              <a:rPr kumimoji="0" lang="en-US" sz="1200" b="0" i="0" u="none" strike="noStrike" kern="0" cap="none" spc="0" normalizeH="0" baseline="0" noProof="0" dirty="0">
                <a:ln>
                  <a:noFill/>
                </a:ln>
                <a:effectLst/>
                <a:uLnTx/>
                <a:uFillTx/>
                <a:latin typeface="+mj-lt"/>
                <a:ea typeface="+mn-ea"/>
                <a:cs typeface="Arial" panose="020B0604020202020204" pitchFamily="34" charset="0"/>
              </a:rPr>
              <a:t>~$75B AUM</a:t>
            </a:r>
          </a:p>
        </p:txBody>
      </p:sp>
      <p:grpSp>
        <p:nvGrpSpPr>
          <p:cNvPr id="2" name="Group 1">
            <a:extLst>
              <a:ext uri="{FF2B5EF4-FFF2-40B4-BE49-F238E27FC236}">
                <a16:creationId xmlns:a16="http://schemas.microsoft.com/office/drawing/2014/main" id="{7626C3BD-D2C8-E778-4DA0-77F5D8159FB6}"/>
              </a:ext>
            </a:extLst>
          </p:cNvPr>
          <p:cNvGrpSpPr/>
          <p:nvPr>
            <p:custDataLst>
              <p:tags r:id="rId7"/>
            </p:custDataLst>
          </p:nvPr>
        </p:nvGrpSpPr>
        <p:grpSpPr>
          <a:xfrm>
            <a:off x="1073766" y="1414498"/>
            <a:ext cx="373168" cy="377879"/>
            <a:chOff x="663905" y="900820"/>
            <a:chExt cx="510363" cy="510363"/>
          </a:xfrm>
        </p:grpSpPr>
        <p:sp>
          <p:nvSpPr>
            <p:cNvPr id="3" name="Rectangle: Rounded Corners 2">
              <a:extLst>
                <a:ext uri="{FF2B5EF4-FFF2-40B4-BE49-F238E27FC236}">
                  <a16:creationId xmlns:a16="http://schemas.microsoft.com/office/drawing/2014/main" id="{AF2BCD57-0AB0-112E-F50A-F9F95735DFF3}"/>
                </a:ext>
              </a:extLst>
            </p:cNvPr>
            <p:cNvSpPr/>
            <p:nvPr/>
          </p:nvSpPr>
          <p:spPr>
            <a:xfrm>
              <a:off x="663905" y="900820"/>
              <a:ext cx="510363" cy="510363"/>
            </a:xfrm>
            <a:prstGeom prst="round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A" dirty="0"/>
            </a:p>
          </p:txBody>
        </p:sp>
        <p:pic>
          <p:nvPicPr>
            <p:cNvPr id="4" name="Graphique 69" descr="Pie chart avec un remplissage uni">
              <a:extLst>
                <a:ext uri="{FF2B5EF4-FFF2-40B4-BE49-F238E27FC236}">
                  <a16:creationId xmlns:a16="http://schemas.microsoft.com/office/drawing/2014/main" id="{F0629B49-5964-451F-8A9D-AC8D1EC7A41E}"/>
                </a:ext>
              </a:extLst>
            </p:cNvPr>
            <p:cNvPicPr>
              <a:picLocks noChangeAspect="1"/>
            </p:cNvPicPr>
            <p:nvPr>
              <p:custDataLst>
                <p:tags r:id="rId33"/>
              </p:custDataLst>
            </p:nvPr>
          </p:nvPicPr>
          <p:blipFill>
            <a:blip r:embed="rId35">
              <a:extLst>
                <a:ext uri="{28A0092B-C50C-407E-A947-70E740481C1C}">
                  <a14:useLocalDpi xmlns:a14="http://schemas.microsoft.com/office/drawing/2010/main" val="0"/>
                </a:ext>
                <a:ext uri="{96DAC541-7B7A-43D3-8B79-37D633B846F1}">
                  <asvg:svgBlip xmlns:asvg="http://schemas.microsoft.com/office/drawing/2016/SVG/main" r:embed="rId36"/>
                </a:ext>
              </a:extLst>
            </a:blip>
            <a:stretch>
              <a:fillRect/>
            </a:stretch>
          </p:blipFill>
          <p:spPr>
            <a:xfrm>
              <a:off x="691349" y="928264"/>
              <a:ext cx="455474" cy="455474"/>
            </a:xfrm>
            <a:prstGeom prst="rect">
              <a:avLst/>
            </a:prstGeom>
          </p:spPr>
        </p:pic>
      </p:grpSp>
      <p:grpSp>
        <p:nvGrpSpPr>
          <p:cNvPr id="5" name="Group 4">
            <a:extLst>
              <a:ext uri="{FF2B5EF4-FFF2-40B4-BE49-F238E27FC236}">
                <a16:creationId xmlns:a16="http://schemas.microsoft.com/office/drawing/2014/main" id="{CFD3F87F-B8DF-C6E8-6390-A17079E2A40F}"/>
              </a:ext>
            </a:extLst>
          </p:cNvPr>
          <p:cNvGrpSpPr/>
          <p:nvPr>
            <p:custDataLst>
              <p:tags r:id="rId8"/>
            </p:custDataLst>
          </p:nvPr>
        </p:nvGrpSpPr>
        <p:grpSpPr>
          <a:xfrm>
            <a:off x="1073767" y="2415623"/>
            <a:ext cx="373167" cy="394851"/>
            <a:chOff x="663905" y="2105051"/>
            <a:chExt cx="510363" cy="533286"/>
          </a:xfrm>
        </p:grpSpPr>
        <p:sp>
          <p:nvSpPr>
            <p:cNvPr id="6" name="Rectangle: Rounded Corners 5">
              <a:extLst>
                <a:ext uri="{FF2B5EF4-FFF2-40B4-BE49-F238E27FC236}">
                  <a16:creationId xmlns:a16="http://schemas.microsoft.com/office/drawing/2014/main" id="{E6C6E022-E39E-1AD6-7757-CF05EF4F10CA}"/>
                </a:ext>
              </a:extLst>
            </p:cNvPr>
            <p:cNvSpPr/>
            <p:nvPr/>
          </p:nvSpPr>
          <p:spPr>
            <a:xfrm>
              <a:off x="663905" y="2105051"/>
              <a:ext cx="510363" cy="510363"/>
            </a:xfrm>
            <a:prstGeom prst="round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A" dirty="0"/>
            </a:p>
          </p:txBody>
        </p:sp>
        <p:grpSp>
          <p:nvGrpSpPr>
            <p:cNvPr id="7" name="Groupe 60">
              <a:extLst>
                <a:ext uri="{FF2B5EF4-FFF2-40B4-BE49-F238E27FC236}">
                  <a16:creationId xmlns:a16="http://schemas.microsoft.com/office/drawing/2014/main" id="{25FA1BEE-2C8C-EA69-43A9-319130967AC6}"/>
                </a:ext>
              </a:extLst>
            </p:cNvPr>
            <p:cNvGrpSpPr/>
            <p:nvPr>
              <p:custDataLst>
                <p:tags r:id="rId32"/>
              </p:custDataLst>
            </p:nvPr>
          </p:nvGrpSpPr>
          <p:grpSpPr>
            <a:xfrm>
              <a:off x="709304" y="2156551"/>
              <a:ext cx="419565" cy="481786"/>
              <a:chOff x="3836030" y="5087298"/>
              <a:chExt cx="914400" cy="954550"/>
            </a:xfrm>
            <a:solidFill>
              <a:schemeClr val="bg1"/>
            </a:solidFill>
          </p:grpSpPr>
          <p:pic>
            <p:nvPicPr>
              <p:cNvPr id="8" name="Graphique 61" descr="Credit card avec un remplissage uni">
                <a:extLst>
                  <a:ext uri="{FF2B5EF4-FFF2-40B4-BE49-F238E27FC236}">
                    <a16:creationId xmlns:a16="http://schemas.microsoft.com/office/drawing/2014/main" id="{3252DB06-C107-1B63-4150-6A6190E48AB4}"/>
                  </a:ext>
                </a:extLst>
              </p:cNvPr>
              <p:cNvPicPr>
                <a:picLocks noChangeAspect="1"/>
              </p:cNvPicPr>
              <p:nvPr/>
            </p:nvPicPr>
            <p:blipFill>
              <a:blip r:embed="rId37">
                <a:extLst>
                  <a:ext uri="{28A0092B-C50C-407E-A947-70E740481C1C}">
                    <a14:useLocalDpi xmlns:a14="http://schemas.microsoft.com/office/drawing/2010/main" val="0"/>
                  </a:ext>
                  <a:ext uri="{96DAC541-7B7A-43D3-8B79-37D633B846F1}">
                    <asvg:svgBlip xmlns:asvg="http://schemas.microsoft.com/office/drawing/2016/SVG/main" r:embed="rId38"/>
                  </a:ext>
                </a:extLst>
              </a:blip>
              <a:srcRect/>
              <a:stretch/>
            </p:blipFill>
            <p:spPr>
              <a:xfrm>
                <a:off x="3836030" y="5127449"/>
                <a:ext cx="914400" cy="914399"/>
              </a:xfrm>
              <a:prstGeom prst="rect">
                <a:avLst/>
              </a:prstGeom>
            </p:spPr>
          </p:pic>
          <p:sp>
            <p:nvSpPr>
              <p:cNvPr id="9" name="Étoile : 5 branches 62">
                <a:extLst>
                  <a:ext uri="{FF2B5EF4-FFF2-40B4-BE49-F238E27FC236}">
                    <a16:creationId xmlns:a16="http://schemas.microsoft.com/office/drawing/2014/main" id="{D74376BB-B4A1-6371-A30D-CA969ECC18D0}"/>
                  </a:ext>
                </a:extLst>
              </p:cNvPr>
              <p:cNvSpPr/>
              <p:nvPr/>
            </p:nvSpPr>
            <p:spPr>
              <a:xfrm>
                <a:off x="3920519" y="5087298"/>
                <a:ext cx="186922" cy="186922"/>
              </a:xfrm>
              <a:prstGeom prst="star5">
                <a:avLst/>
              </a:prstGeom>
              <a:grp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fr-CA" sz="2000" b="0" i="0" u="none" strike="noStrike" kern="0" cap="none" spc="0" normalizeH="0" baseline="0" noProof="0" dirty="0">
                  <a:ln>
                    <a:noFill/>
                  </a:ln>
                  <a:solidFill>
                    <a:prstClr val="white"/>
                  </a:solidFill>
                  <a:effectLst/>
                  <a:uLnTx/>
                  <a:uFillTx/>
                  <a:latin typeface="Arial" panose="020B0604020202020204" pitchFamily="34" charset="0"/>
                  <a:ea typeface="+mn-ea"/>
                  <a:cs typeface="Arial" panose="020B0604020202020204" pitchFamily="34" charset="0"/>
                </a:endParaRPr>
              </a:p>
            </p:txBody>
          </p:sp>
          <p:sp>
            <p:nvSpPr>
              <p:cNvPr id="10" name="Étoile : 5 branches 63">
                <a:extLst>
                  <a:ext uri="{FF2B5EF4-FFF2-40B4-BE49-F238E27FC236}">
                    <a16:creationId xmlns:a16="http://schemas.microsoft.com/office/drawing/2014/main" id="{B002B5AE-17FE-E2ED-8251-85C876E7B2A6}"/>
                  </a:ext>
                </a:extLst>
              </p:cNvPr>
              <p:cNvSpPr/>
              <p:nvPr/>
            </p:nvSpPr>
            <p:spPr>
              <a:xfrm>
                <a:off x="4199768" y="5087298"/>
                <a:ext cx="186922" cy="186922"/>
              </a:xfrm>
              <a:prstGeom prst="star5">
                <a:avLst/>
              </a:prstGeom>
              <a:grp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fr-CA" sz="2000" b="0" i="0" u="none" strike="noStrike" kern="0" cap="none" spc="0" normalizeH="0" baseline="0" noProof="0" dirty="0">
                  <a:ln>
                    <a:noFill/>
                  </a:ln>
                  <a:solidFill>
                    <a:prstClr val="white"/>
                  </a:solidFill>
                  <a:effectLst/>
                  <a:uLnTx/>
                  <a:uFillTx/>
                  <a:latin typeface="Arial" panose="020B0604020202020204" pitchFamily="34" charset="0"/>
                  <a:ea typeface="+mn-ea"/>
                  <a:cs typeface="Arial" panose="020B0604020202020204" pitchFamily="34" charset="0"/>
                </a:endParaRPr>
              </a:p>
            </p:txBody>
          </p:sp>
          <p:sp>
            <p:nvSpPr>
              <p:cNvPr id="11" name="Étoile : 5 branches 64">
                <a:extLst>
                  <a:ext uri="{FF2B5EF4-FFF2-40B4-BE49-F238E27FC236}">
                    <a16:creationId xmlns:a16="http://schemas.microsoft.com/office/drawing/2014/main" id="{2A124DC6-E533-4B24-811D-D0798B8C203D}"/>
                  </a:ext>
                </a:extLst>
              </p:cNvPr>
              <p:cNvSpPr/>
              <p:nvPr/>
            </p:nvSpPr>
            <p:spPr>
              <a:xfrm>
                <a:off x="4479563" y="5087298"/>
                <a:ext cx="186922" cy="186922"/>
              </a:xfrm>
              <a:prstGeom prst="star5">
                <a:avLst/>
              </a:prstGeom>
              <a:grp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fr-CA" sz="2000" b="0" i="0" u="none" strike="noStrike" kern="0" cap="none" spc="0" normalizeH="0" baseline="0" noProof="0" dirty="0">
                  <a:ln>
                    <a:noFill/>
                  </a:ln>
                  <a:solidFill>
                    <a:prstClr val="white"/>
                  </a:solidFill>
                  <a:effectLst/>
                  <a:uLnTx/>
                  <a:uFillTx/>
                  <a:latin typeface="Arial" panose="020B0604020202020204" pitchFamily="34" charset="0"/>
                  <a:ea typeface="+mn-ea"/>
                  <a:cs typeface="Arial" panose="020B0604020202020204" pitchFamily="34" charset="0"/>
                </a:endParaRPr>
              </a:p>
            </p:txBody>
          </p:sp>
        </p:grpSp>
      </p:grpSp>
      <p:grpSp>
        <p:nvGrpSpPr>
          <p:cNvPr id="12" name="Group 11">
            <a:extLst>
              <a:ext uri="{FF2B5EF4-FFF2-40B4-BE49-F238E27FC236}">
                <a16:creationId xmlns:a16="http://schemas.microsoft.com/office/drawing/2014/main" id="{BA14ED7E-50EB-2D77-B5D0-A43AF39DA6FC}"/>
              </a:ext>
            </a:extLst>
          </p:cNvPr>
          <p:cNvGrpSpPr/>
          <p:nvPr>
            <p:custDataLst>
              <p:tags r:id="rId9"/>
            </p:custDataLst>
          </p:nvPr>
        </p:nvGrpSpPr>
        <p:grpSpPr>
          <a:xfrm>
            <a:off x="1073766" y="3966925"/>
            <a:ext cx="373168" cy="377879"/>
            <a:chOff x="3169208" y="900820"/>
            <a:chExt cx="510363" cy="510363"/>
          </a:xfrm>
        </p:grpSpPr>
        <p:sp>
          <p:nvSpPr>
            <p:cNvPr id="13" name="Rectangle: Rounded Corners 12">
              <a:extLst>
                <a:ext uri="{FF2B5EF4-FFF2-40B4-BE49-F238E27FC236}">
                  <a16:creationId xmlns:a16="http://schemas.microsoft.com/office/drawing/2014/main" id="{C4CCD7FC-B7E3-1784-F36B-3FD069DF01D4}"/>
                </a:ext>
              </a:extLst>
            </p:cNvPr>
            <p:cNvSpPr/>
            <p:nvPr/>
          </p:nvSpPr>
          <p:spPr>
            <a:xfrm>
              <a:off x="3169208" y="900820"/>
              <a:ext cx="510363" cy="510363"/>
            </a:xfrm>
            <a:prstGeom prst="round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A" dirty="0"/>
            </a:p>
          </p:txBody>
        </p:sp>
        <p:pic>
          <p:nvPicPr>
            <p:cNvPr id="14" name="Graphique 56" descr="Earth globe: Americas avec un remplissage uni">
              <a:extLst>
                <a:ext uri="{FF2B5EF4-FFF2-40B4-BE49-F238E27FC236}">
                  <a16:creationId xmlns:a16="http://schemas.microsoft.com/office/drawing/2014/main" id="{E4FBD952-332E-3807-8DDF-FE4ACF837FB1}"/>
                </a:ext>
              </a:extLst>
            </p:cNvPr>
            <p:cNvPicPr>
              <a:picLocks noChangeAspect="1"/>
            </p:cNvPicPr>
            <p:nvPr>
              <p:custDataLst>
                <p:tags r:id="rId31"/>
              </p:custDataLst>
            </p:nvPr>
          </p:nvPicPr>
          <p:blipFill>
            <a:blip r:embed="rId39">
              <a:extLst>
                <a:ext uri="{28A0092B-C50C-407E-A947-70E740481C1C}">
                  <a14:useLocalDpi xmlns:a14="http://schemas.microsoft.com/office/drawing/2010/main" val="0"/>
                </a:ext>
                <a:ext uri="{96DAC541-7B7A-43D3-8B79-37D633B846F1}">
                  <asvg:svgBlip xmlns:asvg="http://schemas.microsoft.com/office/drawing/2016/SVG/main" r:embed="rId40"/>
                </a:ext>
              </a:extLst>
            </a:blip>
            <a:stretch>
              <a:fillRect/>
            </a:stretch>
          </p:blipFill>
          <p:spPr>
            <a:xfrm>
              <a:off x="3189773" y="914507"/>
              <a:ext cx="469232" cy="469232"/>
            </a:xfrm>
            <a:prstGeom prst="rect">
              <a:avLst/>
            </a:prstGeom>
          </p:spPr>
        </p:pic>
      </p:grpSp>
      <p:sp>
        <p:nvSpPr>
          <p:cNvPr id="27" name="Rectangle 26">
            <a:extLst>
              <a:ext uri="{FF2B5EF4-FFF2-40B4-BE49-F238E27FC236}">
                <a16:creationId xmlns:a16="http://schemas.microsoft.com/office/drawing/2014/main" id="{31423E5C-40D7-0A6E-1BEC-4C17CFD02ABE}"/>
              </a:ext>
            </a:extLst>
          </p:cNvPr>
          <p:cNvSpPr/>
          <p:nvPr>
            <p:custDataLst>
              <p:tags r:id="rId10"/>
            </p:custDataLst>
          </p:nvPr>
        </p:nvSpPr>
        <p:spPr>
          <a:xfrm>
            <a:off x="189092" y="1039848"/>
            <a:ext cx="2147707" cy="5375976"/>
          </a:xfrm>
          <a:prstGeom prst="rect">
            <a:avLst/>
          </a:prstGeom>
          <a:no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A" dirty="0"/>
          </a:p>
        </p:txBody>
      </p:sp>
      <p:sp>
        <p:nvSpPr>
          <p:cNvPr id="26" name="TextBox 25">
            <a:extLst>
              <a:ext uri="{FF2B5EF4-FFF2-40B4-BE49-F238E27FC236}">
                <a16:creationId xmlns:a16="http://schemas.microsoft.com/office/drawing/2014/main" id="{249281E8-2BAA-EDB7-FD97-7FF6E27CE1B4}"/>
              </a:ext>
            </a:extLst>
          </p:cNvPr>
          <p:cNvSpPr txBox="1"/>
          <p:nvPr>
            <p:custDataLst>
              <p:tags r:id="rId11"/>
            </p:custDataLst>
          </p:nvPr>
        </p:nvSpPr>
        <p:spPr>
          <a:xfrm>
            <a:off x="531125" y="736279"/>
            <a:ext cx="1371356" cy="584775"/>
          </a:xfrm>
          <a:prstGeom prst="rect">
            <a:avLst/>
          </a:prstGeom>
          <a:solidFill>
            <a:schemeClr val="bg2">
              <a:lumMod val="75000"/>
            </a:schemeClr>
          </a:solidFill>
          <a:effectLst/>
        </p:spPr>
        <p:txBody>
          <a:bodyPr wrap="square" rtlCol="0">
            <a:spAutoFit/>
          </a:bodyPr>
          <a:lstStyle/>
          <a:p>
            <a:pPr algn="ctr"/>
            <a:r>
              <a:rPr lang="en-US" sz="1600" b="1" dirty="0">
                <a:solidFill>
                  <a:schemeClr val="bg1"/>
                </a:solidFill>
                <a:latin typeface="+mj-lt"/>
              </a:rPr>
              <a:t>Mitsubishi HC Capital Group</a:t>
            </a:r>
            <a:endParaRPr lang="en-CA" sz="1600" b="1" dirty="0">
              <a:solidFill>
                <a:schemeClr val="bg1"/>
              </a:solidFill>
              <a:latin typeface="+mj-lt"/>
            </a:endParaRPr>
          </a:p>
        </p:txBody>
      </p:sp>
      <p:sp>
        <p:nvSpPr>
          <p:cNvPr id="33" name="TextBox 32">
            <a:extLst>
              <a:ext uri="{FF2B5EF4-FFF2-40B4-BE49-F238E27FC236}">
                <a16:creationId xmlns:a16="http://schemas.microsoft.com/office/drawing/2014/main" id="{13214B39-B29E-599A-20CA-72D4EE7E7052}"/>
              </a:ext>
            </a:extLst>
          </p:cNvPr>
          <p:cNvSpPr txBox="1"/>
          <p:nvPr>
            <p:custDataLst>
              <p:tags r:id="rId12"/>
            </p:custDataLst>
          </p:nvPr>
        </p:nvSpPr>
        <p:spPr>
          <a:xfrm>
            <a:off x="2988123" y="606500"/>
            <a:ext cx="1984839" cy="369332"/>
          </a:xfrm>
          <a:prstGeom prst="rect">
            <a:avLst/>
          </a:prstGeom>
          <a:solidFill>
            <a:schemeClr val="bg1"/>
          </a:solidFill>
        </p:spPr>
        <p:txBody>
          <a:bodyPr wrap="none" rtlCol="0">
            <a:spAutoFit/>
          </a:bodyPr>
          <a:lstStyle/>
          <a:p>
            <a:r>
              <a:rPr lang="en-US" b="1" dirty="0">
                <a:solidFill>
                  <a:schemeClr val="bg2"/>
                </a:solidFill>
                <a:latin typeface="+mj-lt"/>
              </a:rPr>
              <a:t>Maximize Liquidity</a:t>
            </a:r>
          </a:p>
        </p:txBody>
      </p:sp>
      <p:sp>
        <p:nvSpPr>
          <p:cNvPr id="34" name="Rectangle 33">
            <a:extLst>
              <a:ext uri="{FF2B5EF4-FFF2-40B4-BE49-F238E27FC236}">
                <a16:creationId xmlns:a16="http://schemas.microsoft.com/office/drawing/2014/main" id="{E1BCA7D0-8867-389D-496E-E0637638D113}"/>
              </a:ext>
            </a:extLst>
          </p:cNvPr>
          <p:cNvSpPr/>
          <p:nvPr>
            <p:custDataLst>
              <p:tags r:id="rId13"/>
            </p:custDataLst>
          </p:nvPr>
        </p:nvSpPr>
        <p:spPr>
          <a:xfrm>
            <a:off x="2920729" y="5699025"/>
            <a:ext cx="2709985" cy="1080673"/>
          </a:xfrm>
          <a:prstGeom prst="rect">
            <a:avLst/>
          </a:prstGeom>
          <a:solidFill>
            <a:schemeClr val="accent4">
              <a:lumMod val="20000"/>
              <a:lumOff val="80000"/>
            </a:schemeClr>
          </a:solidFill>
          <a:ln>
            <a:noFill/>
          </a:ln>
          <a:effectLst>
            <a:outerShdw blurRad="127000" algn="ctr" rotWithShape="0">
              <a:prstClr val="black">
                <a:alpha val="20000"/>
              </a:prstClr>
            </a:outerShdw>
          </a:effectLst>
        </p:spPr>
        <p:style>
          <a:lnRef idx="2">
            <a:schemeClr val="accent1">
              <a:shade val="15000"/>
            </a:schemeClr>
          </a:lnRef>
          <a:fillRef idx="1">
            <a:schemeClr val="accent1"/>
          </a:fillRef>
          <a:effectRef idx="0">
            <a:schemeClr val="accent1"/>
          </a:effectRef>
          <a:fontRef idx="minor">
            <a:schemeClr val="lt1"/>
          </a:fontRef>
        </p:style>
        <p:txBody>
          <a:bodyPr lIns="216000" tIns="324000" rIns="108000" bIns="216000" numCol="1" spcCol="180000" rtlCol="0" anchor="ctr" anchorCtr="0"/>
          <a:lstStyle/>
          <a:p>
            <a:pPr>
              <a:spcBef>
                <a:spcPts val="600"/>
              </a:spcBef>
            </a:pPr>
            <a:endParaRPr lang="en-US" sz="1200" dirty="0">
              <a:solidFill>
                <a:schemeClr val="tx1"/>
              </a:solidFill>
            </a:endParaRPr>
          </a:p>
          <a:p>
            <a:pPr>
              <a:spcBef>
                <a:spcPts val="600"/>
              </a:spcBef>
            </a:pPr>
            <a:r>
              <a:rPr lang="en-US" sz="1200" dirty="0">
                <a:solidFill>
                  <a:schemeClr val="tx1"/>
                </a:solidFill>
              </a:rPr>
              <a:t>Kevin Hall, Vice President</a:t>
            </a:r>
            <a:endParaRPr lang="en-CA" sz="1200" dirty="0">
              <a:solidFill>
                <a:schemeClr val="tx1"/>
              </a:solidFill>
            </a:endParaRPr>
          </a:p>
          <a:p>
            <a:pPr>
              <a:spcBef>
                <a:spcPts val="600"/>
              </a:spcBef>
            </a:pPr>
            <a:r>
              <a:rPr lang="en-CA" sz="1200" dirty="0">
                <a:solidFill>
                  <a:schemeClr val="tx1"/>
                </a:solidFill>
              </a:rPr>
              <a:t>Sam Heng, Vice President</a:t>
            </a:r>
          </a:p>
          <a:p>
            <a:pPr>
              <a:spcBef>
                <a:spcPts val="600"/>
              </a:spcBef>
            </a:pPr>
            <a:r>
              <a:rPr lang="en-CA" sz="1200" dirty="0">
                <a:solidFill>
                  <a:schemeClr val="tx1"/>
                </a:solidFill>
              </a:rPr>
              <a:t>Julien Nantel, Director</a:t>
            </a:r>
          </a:p>
          <a:p>
            <a:pPr>
              <a:spcBef>
                <a:spcPts val="600"/>
              </a:spcBef>
            </a:pPr>
            <a:r>
              <a:rPr lang="en-CA" sz="1200" dirty="0">
                <a:solidFill>
                  <a:schemeClr val="tx1"/>
                </a:solidFill>
              </a:rPr>
              <a:t>Anthony Siracusa, Director</a:t>
            </a:r>
            <a:endParaRPr lang="en-US" sz="1200" dirty="0">
              <a:solidFill>
                <a:schemeClr val="tx1"/>
              </a:solidFill>
            </a:endParaRPr>
          </a:p>
          <a:p>
            <a:pPr>
              <a:spcBef>
                <a:spcPts val="600"/>
              </a:spcBef>
            </a:pPr>
            <a:endParaRPr lang="en-US" sz="1200" dirty="0">
              <a:solidFill>
                <a:schemeClr val="tx1"/>
              </a:solidFill>
            </a:endParaRPr>
          </a:p>
        </p:txBody>
      </p:sp>
      <p:sp>
        <p:nvSpPr>
          <p:cNvPr id="35" name="Rectangle 34">
            <a:extLst>
              <a:ext uri="{FF2B5EF4-FFF2-40B4-BE49-F238E27FC236}">
                <a16:creationId xmlns:a16="http://schemas.microsoft.com/office/drawing/2014/main" id="{C5546BC3-A80A-C03A-F73B-39CEF61D189F}"/>
              </a:ext>
            </a:extLst>
          </p:cNvPr>
          <p:cNvSpPr/>
          <p:nvPr>
            <p:custDataLst>
              <p:tags r:id="rId14"/>
            </p:custDataLst>
          </p:nvPr>
        </p:nvSpPr>
        <p:spPr>
          <a:xfrm>
            <a:off x="2920729" y="5382155"/>
            <a:ext cx="2709985" cy="314846"/>
          </a:xfrm>
          <a:prstGeom prst="rect">
            <a:avLst/>
          </a:prstGeom>
          <a:solidFill>
            <a:schemeClr val="bg2">
              <a:lumMod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lIns="216000" tIns="360000" rIns="360000" bIns="360000" rtlCol="0" anchor="ctr"/>
          <a:lstStyle/>
          <a:p>
            <a:r>
              <a:rPr lang="en-US" sz="1600" b="1" dirty="0">
                <a:solidFill>
                  <a:schemeClr val="bg1"/>
                </a:solidFill>
                <a:latin typeface="+mj-lt"/>
              </a:rPr>
              <a:t>TEAM</a:t>
            </a:r>
          </a:p>
        </p:txBody>
      </p:sp>
      <p:cxnSp>
        <p:nvCxnSpPr>
          <p:cNvPr id="36" name="Straight Connector 35">
            <a:extLst>
              <a:ext uri="{FF2B5EF4-FFF2-40B4-BE49-F238E27FC236}">
                <a16:creationId xmlns:a16="http://schemas.microsoft.com/office/drawing/2014/main" id="{79BD0797-6160-D484-0F87-54B4755E18E3}"/>
              </a:ext>
            </a:extLst>
          </p:cNvPr>
          <p:cNvCxnSpPr>
            <a:cxnSpLocks/>
          </p:cNvCxnSpPr>
          <p:nvPr>
            <p:custDataLst>
              <p:tags r:id="rId15"/>
            </p:custDataLst>
          </p:nvPr>
        </p:nvCxnSpPr>
        <p:spPr>
          <a:xfrm>
            <a:off x="3117823" y="5696782"/>
            <a:ext cx="754912" cy="0"/>
          </a:xfrm>
          <a:prstGeom prst="line">
            <a:avLst/>
          </a:prstGeom>
          <a:ln w="57150">
            <a:solidFill>
              <a:schemeClr val="bg2"/>
            </a:solidFill>
          </a:ln>
        </p:spPr>
        <p:style>
          <a:lnRef idx="1">
            <a:schemeClr val="accent1"/>
          </a:lnRef>
          <a:fillRef idx="0">
            <a:schemeClr val="accent1"/>
          </a:fillRef>
          <a:effectRef idx="0">
            <a:schemeClr val="accent1"/>
          </a:effectRef>
          <a:fontRef idx="minor">
            <a:schemeClr val="tx1"/>
          </a:fontRef>
        </p:style>
      </p:cxnSp>
      <p:sp>
        <p:nvSpPr>
          <p:cNvPr id="47" name="TextBox 46">
            <a:extLst>
              <a:ext uri="{FF2B5EF4-FFF2-40B4-BE49-F238E27FC236}">
                <a16:creationId xmlns:a16="http://schemas.microsoft.com/office/drawing/2014/main" id="{0F99EB59-A0D7-D015-A5B9-526202960E60}"/>
              </a:ext>
            </a:extLst>
          </p:cNvPr>
          <p:cNvSpPr txBox="1"/>
          <p:nvPr>
            <p:custDataLst>
              <p:tags r:id="rId16"/>
            </p:custDataLst>
          </p:nvPr>
        </p:nvSpPr>
        <p:spPr>
          <a:xfrm>
            <a:off x="6353666" y="3257771"/>
            <a:ext cx="5522671" cy="1999547"/>
          </a:xfrm>
          <a:prstGeom prst="round2SameRect">
            <a:avLst>
              <a:gd name="adj1" fmla="val 7901"/>
              <a:gd name="adj2" fmla="val 0"/>
            </a:avLst>
          </a:prstGeom>
          <a:solidFill>
            <a:schemeClr val="bg1"/>
          </a:solidFill>
          <a:effectLst>
            <a:outerShdw blurRad="114300" algn="ctr" rotWithShape="0">
              <a:prstClr val="black">
                <a:alpha val="40000"/>
              </a:prstClr>
            </a:outerShdw>
          </a:effectLst>
        </p:spPr>
        <p:txBody>
          <a:bodyPr wrap="square" lIns="180000" tIns="360000" rIns="108000" bIns="288000" numCol="2" spcCol="252000">
            <a:noAutofit/>
          </a:bodyPr>
          <a:lstStyle/>
          <a:p>
            <a:pPr lvl="0">
              <a:spcAft>
                <a:spcPts val="800"/>
              </a:spcAft>
            </a:pPr>
            <a:r>
              <a:rPr lang="en-CA" sz="1400" b="1" kern="100" dirty="0">
                <a:latin typeface="+mj-lt"/>
                <a:cs typeface="Times New Roman" panose="02020603050405020304" pitchFamily="18" charset="0"/>
              </a:rPr>
              <a:t>Leverage beyond conventional lending</a:t>
            </a:r>
          </a:p>
          <a:p>
            <a:pPr lvl="0">
              <a:spcAft>
                <a:spcPts val="800"/>
              </a:spcAft>
            </a:pPr>
            <a:r>
              <a:rPr lang="en-CA" sz="1400" b="1" kern="100" dirty="0">
                <a:latin typeface="+mj-lt"/>
                <a:cs typeface="Times New Roman" panose="02020603050405020304" pitchFamily="18" charset="0"/>
              </a:rPr>
              <a:t>Rapid organic / inorganic growth</a:t>
            </a:r>
          </a:p>
          <a:p>
            <a:pPr lvl="0">
              <a:spcAft>
                <a:spcPts val="800"/>
              </a:spcAft>
            </a:pPr>
            <a:r>
              <a:rPr lang="en-CA" sz="1400" b="1" kern="100" dirty="0">
                <a:latin typeface="+mj-lt"/>
                <a:cs typeface="Times New Roman" panose="02020603050405020304" pitchFamily="18" charset="0"/>
              </a:rPr>
              <a:t>Shareholder movement</a:t>
            </a:r>
          </a:p>
          <a:p>
            <a:pPr lvl="0">
              <a:spcAft>
                <a:spcPts val="800"/>
              </a:spcAft>
            </a:pPr>
            <a:r>
              <a:rPr lang="en-CA" sz="1400" b="1" kern="100" dirty="0">
                <a:latin typeface="+mj-lt"/>
                <a:cs typeface="Times New Roman" panose="02020603050405020304" pitchFamily="18" charset="0"/>
              </a:rPr>
              <a:t>Cash flow issues</a:t>
            </a:r>
          </a:p>
          <a:p>
            <a:pPr lvl="0">
              <a:spcAft>
                <a:spcPts val="800"/>
              </a:spcAft>
            </a:pPr>
            <a:r>
              <a:rPr lang="en-CA" sz="1400" b="1" kern="100" dirty="0">
                <a:latin typeface="+mj-lt"/>
                <a:cs typeface="Times New Roman" panose="02020603050405020304" pitchFamily="18" charset="0"/>
              </a:rPr>
              <a:t>Turnaround</a:t>
            </a:r>
          </a:p>
          <a:p>
            <a:pPr>
              <a:spcAft>
                <a:spcPts val="800"/>
              </a:spcAft>
            </a:pPr>
            <a:r>
              <a:rPr lang="en-CA" sz="1400" b="1" kern="100" dirty="0">
                <a:latin typeface="+mj-lt"/>
                <a:cs typeface="Times New Roman" panose="02020603050405020304" pitchFamily="18" charset="0"/>
              </a:rPr>
              <a:t>Cyclical or seasonal industry</a:t>
            </a:r>
          </a:p>
        </p:txBody>
      </p:sp>
      <p:sp>
        <p:nvSpPr>
          <p:cNvPr id="49" name="TextBox 48">
            <a:extLst>
              <a:ext uri="{FF2B5EF4-FFF2-40B4-BE49-F238E27FC236}">
                <a16:creationId xmlns:a16="http://schemas.microsoft.com/office/drawing/2014/main" id="{83ACAD3A-35BD-5C17-1321-00D2E5A1A334}"/>
              </a:ext>
            </a:extLst>
          </p:cNvPr>
          <p:cNvSpPr txBox="1"/>
          <p:nvPr>
            <p:custDataLst>
              <p:tags r:id="rId17"/>
            </p:custDataLst>
          </p:nvPr>
        </p:nvSpPr>
        <p:spPr>
          <a:xfrm>
            <a:off x="6353666" y="5137608"/>
            <a:ext cx="5522671" cy="1720392"/>
          </a:xfrm>
          <a:prstGeom prst="round2SameRect">
            <a:avLst>
              <a:gd name="adj1" fmla="val 7901"/>
              <a:gd name="adj2" fmla="val 0"/>
            </a:avLst>
          </a:prstGeom>
          <a:solidFill>
            <a:schemeClr val="bg1"/>
          </a:solidFill>
          <a:effectLst>
            <a:outerShdw blurRad="114300" algn="ctr" rotWithShape="0">
              <a:prstClr val="black">
                <a:alpha val="40000"/>
              </a:prstClr>
            </a:outerShdw>
          </a:effectLst>
        </p:spPr>
        <p:txBody>
          <a:bodyPr wrap="square" lIns="180000" tIns="252000" rIns="108000" bIns="288000" numCol="1" spcCol="252000">
            <a:noAutofit/>
          </a:bodyPr>
          <a:lstStyle/>
          <a:p>
            <a:pPr>
              <a:spcBef>
                <a:spcPts val="800"/>
              </a:spcBef>
              <a:defRPr/>
            </a:pPr>
            <a:r>
              <a:rPr lang="en-CA" sz="1400" b="1" dirty="0">
                <a:solidFill>
                  <a:srgbClr val="000000"/>
                </a:solidFill>
                <a:latin typeface="+mj-lt"/>
                <a:cs typeface="Arial" panose="020B0604020202020204" pitchFamily="34" charset="0"/>
              </a:rPr>
              <a:t>Projects</a:t>
            </a:r>
            <a:br>
              <a:rPr lang="en-CA" sz="1400" b="1" dirty="0">
                <a:solidFill>
                  <a:srgbClr val="000000"/>
                </a:solidFill>
                <a:latin typeface="+mj-lt"/>
                <a:cs typeface="Arial" panose="020B0604020202020204" pitchFamily="34" charset="0"/>
              </a:rPr>
            </a:br>
            <a:r>
              <a:rPr lang="en-CA" sz="1200" dirty="0">
                <a:solidFill>
                  <a:srgbClr val="000000"/>
                </a:solidFill>
                <a:latin typeface="+mj-lt"/>
                <a:cs typeface="Arial" panose="020B0604020202020204" pitchFamily="34" charset="0"/>
              </a:rPr>
              <a:t>LBO, M&amp;A, growth, refinancing, recapitalization, turnaround</a:t>
            </a:r>
          </a:p>
          <a:p>
            <a:pPr>
              <a:spcBef>
                <a:spcPts val="800"/>
              </a:spcBef>
              <a:defRPr/>
            </a:pPr>
            <a:r>
              <a:rPr lang="en-CA" sz="1400" b="1" dirty="0">
                <a:solidFill>
                  <a:srgbClr val="000000"/>
                </a:solidFill>
                <a:latin typeface="+mj-lt"/>
                <a:cs typeface="Arial" panose="020B0604020202020204" pitchFamily="34" charset="0"/>
              </a:rPr>
              <a:t>Industries</a:t>
            </a:r>
            <a:br>
              <a:rPr lang="en-CA" sz="1400" b="1" dirty="0">
                <a:solidFill>
                  <a:srgbClr val="000000"/>
                </a:solidFill>
                <a:latin typeface="+mj-lt"/>
                <a:cs typeface="Arial" panose="020B0604020202020204" pitchFamily="34" charset="0"/>
              </a:rPr>
            </a:br>
            <a:r>
              <a:rPr lang="en-CA" sz="1200" dirty="0">
                <a:solidFill>
                  <a:srgbClr val="000000"/>
                </a:solidFill>
                <a:latin typeface="+mj-lt"/>
                <a:cs typeface="Arial" panose="020B0604020202020204" pitchFamily="34" charset="0"/>
              </a:rPr>
              <a:t>Manufacturing, distribution, retail, wholesale, transportation &amp; logistics, food &amp; beverage, consumer products, business services</a:t>
            </a:r>
          </a:p>
          <a:p>
            <a:pPr>
              <a:spcBef>
                <a:spcPts val="800"/>
              </a:spcBef>
              <a:defRPr/>
            </a:pPr>
            <a:endParaRPr lang="en-CA" sz="1200" dirty="0">
              <a:solidFill>
                <a:srgbClr val="000000"/>
              </a:solidFill>
              <a:latin typeface="+mj-lt"/>
              <a:cs typeface="Arial" panose="020B0604020202020204" pitchFamily="34" charset="0"/>
            </a:endParaRPr>
          </a:p>
        </p:txBody>
      </p:sp>
      <p:sp>
        <p:nvSpPr>
          <p:cNvPr id="45" name="Rectangle: Top Corners Rounded 44">
            <a:extLst>
              <a:ext uri="{FF2B5EF4-FFF2-40B4-BE49-F238E27FC236}">
                <a16:creationId xmlns:a16="http://schemas.microsoft.com/office/drawing/2014/main" id="{07B502A1-99C9-0849-51C0-357D5636BFC6}"/>
              </a:ext>
            </a:extLst>
          </p:cNvPr>
          <p:cNvSpPr/>
          <p:nvPr>
            <p:custDataLst>
              <p:tags r:id="rId18"/>
            </p:custDataLst>
          </p:nvPr>
        </p:nvSpPr>
        <p:spPr>
          <a:xfrm>
            <a:off x="6353666" y="5012685"/>
            <a:ext cx="5522671" cy="395475"/>
          </a:xfrm>
          <a:prstGeom prst="round2SameRect">
            <a:avLst>
              <a:gd name="adj1" fmla="val 50000"/>
              <a:gd name="adj2" fmla="val 0"/>
            </a:avLst>
          </a:prstGeom>
          <a:solidFill>
            <a:schemeClr val="bg2">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vert="horz" lIns="144000" tIns="36000" rIns="144000" bIns="36000" rtlCol="0" anchor="ctr"/>
          <a:lstStyle/>
          <a:p>
            <a:r>
              <a:rPr lang="en-US" b="1" dirty="0">
                <a:solidFill>
                  <a:schemeClr val="bg2">
                    <a:lumMod val="50000"/>
                  </a:schemeClr>
                </a:solidFill>
                <a:latin typeface="+mj-lt"/>
              </a:rPr>
              <a:t>Projects &amp; Industrie</a:t>
            </a:r>
            <a:endParaRPr lang="en-CA" b="1" dirty="0">
              <a:solidFill>
                <a:schemeClr val="bg2">
                  <a:lumMod val="50000"/>
                </a:schemeClr>
              </a:solidFill>
              <a:latin typeface="+mj-lt"/>
            </a:endParaRPr>
          </a:p>
        </p:txBody>
      </p:sp>
      <p:sp>
        <p:nvSpPr>
          <p:cNvPr id="21" name="Rectangle 20">
            <a:extLst>
              <a:ext uri="{FF2B5EF4-FFF2-40B4-BE49-F238E27FC236}">
                <a16:creationId xmlns:a16="http://schemas.microsoft.com/office/drawing/2014/main" id="{942EEB95-6AE0-C658-FD8E-FFD8C2699253}"/>
              </a:ext>
            </a:extLst>
          </p:cNvPr>
          <p:cNvSpPr/>
          <p:nvPr>
            <p:custDataLst>
              <p:tags r:id="rId19"/>
            </p:custDataLst>
          </p:nvPr>
        </p:nvSpPr>
        <p:spPr>
          <a:xfrm>
            <a:off x="315663" y="5710667"/>
            <a:ext cx="1919536" cy="915296"/>
          </a:xfrm>
          <a:prstGeom prst="rect">
            <a:avLst/>
          </a:prstGeom>
          <a:solidFill>
            <a:schemeClr val="bg1"/>
          </a:solidFill>
          <a:ln w="12700" cap="flat" cmpd="sng" algn="ctr">
            <a:noFill/>
            <a:prstDash val="solid"/>
            <a:miter lim="800000"/>
          </a:ln>
          <a:effectLst/>
        </p:spPr>
        <p:txBody>
          <a:bodyPr lIns="180000" tIns="288000" rIns="180000" bIns="180000" rtlCol="0" anchor="t" anchorCtr="0"/>
          <a:lstStyle/>
          <a:p>
            <a:pPr algn="ctr">
              <a:lnSpc>
                <a:spcPct val="90000"/>
              </a:lnSpc>
              <a:spcAft>
                <a:spcPts val="300"/>
              </a:spcAft>
              <a:defRPr/>
            </a:pPr>
            <a:r>
              <a:rPr lang="en-US" sz="1400" b="1" kern="0" dirty="0">
                <a:latin typeface="+mj-lt"/>
                <a:cs typeface="Arial" panose="020B0604020202020204" pitchFamily="34" charset="0"/>
              </a:rPr>
              <a:t>Deep Talent Pool</a:t>
            </a:r>
          </a:p>
          <a:p>
            <a:pPr marL="0" marR="0" lvl="0" indent="0" algn="ctr" defTabSz="914400" eaLnBrk="1" fontAlgn="auto" latinLnBrk="0" hangingPunct="1">
              <a:lnSpc>
                <a:spcPct val="90000"/>
              </a:lnSpc>
              <a:spcBef>
                <a:spcPts val="0"/>
              </a:spcBef>
              <a:spcAft>
                <a:spcPts val="800"/>
              </a:spcAft>
              <a:buClrTx/>
              <a:buSzTx/>
              <a:buFontTx/>
              <a:buNone/>
              <a:tabLst/>
              <a:defRPr/>
            </a:pPr>
            <a:r>
              <a:rPr lang="en-US" sz="1200" kern="0" dirty="0">
                <a:latin typeface="+mj-lt"/>
                <a:cs typeface="Arial" panose="020B0604020202020204" pitchFamily="34" charset="0"/>
              </a:rPr>
              <a:t>8</a:t>
            </a:r>
            <a:r>
              <a:rPr kumimoji="0" lang="en-US" sz="1200" b="0" i="0" u="none" strike="noStrike" kern="0" cap="none" spc="0" normalizeH="0" baseline="0" noProof="0" dirty="0">
                <a:ln>
                  <a:noFill/>
                </a:ln>
                <a:effectLst/>
                <a:uLnTx/>
                <a:uFillTx/>
                <a:latin typeface="+mj-lt"/>
                <a:ea typeface="+mn-ea"/>
                <a:cs typeface="Arial" panose="020B0604020202020204" pitchFamily="34" charset="0"/>
              </a:rPr>
              <a:t>,000+ specialized professionals</a:t>
            </a:r>
            <a:endParaRPr kumimoji="0" lang="en-US" sz="1200" b="0" i="0" u="none" strike="noStrike" kern="0" cap="none" spc="0" normalizeH="0" baseline="0" noProof="0" dirty="0">
              <a:ln>
                <a:noFill/>
              </a:ln>
              <a:effectLst/>
              <a:highlight>
                <a:srgbClr val="FFFF00"/>
              </a:highlight>
              <a:uLnTx/>
              <a:uFillTx/>
              <a:latin typeface="+mj-lt"/>
              <a:ea typeface="+mn-ea"/>
              <a:cs typeface="Arial" panose="020B0604020202020204" pitchFamily="34" charset="0"/>
            </a:endParaRPr>
          </a:p>
        </p:txBody>
      </p:sp>
      <p:grpSp>
        <p:nvGrpSpPr>
          <p:cNvPr id="15" name="Group 14">
            <a:extLst>
              <a:ext uri="{FF2B5EF4-FFF2-40B4-BE49-F238E27FC236}">
                <a16:creationId xmlns:a16="http://schemas.microsoft.com/office/drawing/2014/main" id="{AE4D6321-3A25-6A45-CDFF-6DDE73C3BD0C}"/>
              </a:ext>
            </a:extLst>
          </p:cNvPr>
          <p:cNvGrpSpPr/>
          <p:nvPr>
            <p:custDataLst>
              <p:tags r:id="rId20"/>
            </p:custDataLst>
          </p:nvPr>
        </p:nvGrpSpPr>
        <p:grpSpPr>
          <a:xfrm>
            <a:off x="1073766" y="5585413"/>
            <a:ext cx="373168" cy="377879"/>
            <a:chOff x="3169208" y="2101435"/>
            <a:chExt cx="510363" cy="510363"/>
          </a:xfrm>
        </p:grpSpPr>
        <p:sp>
          <p:nvSpPr>
            <p:cNvPr id="16" name="Rectangle: Rounded Corners 15">
              <a:extLst>
                <a:ext uri="{FF2B5EF4-FFF2-40B4-BE49-F238E27FC236}">
                  <a16:creationId xmlns:a16="http://schemas.microsoft.com/office/drawing/2014/main" id="{5F65E9BE-BD0A-07AF-2A65-07762CF36731}"/>
                </a:ext>
              </a:extLst>
            </p:cNvPr>
            <p:cNvSpPr/>
            <p:nvPr/>
          </p:nvSpPr>
          <p:spPr>
            <a:xfrm>
              <a:off x="3169208" y="2101435"/>
              <a:ext cx="510363" cy="510363"/>
            </a:xfrm>
            <a:prstGeom prst="round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A" dirty="0"/>
            </a:p>
          </p:txBody>
        </p:sp>
        <p:grpSp>
          <p:nvGrpSpPr>
            <p:cNvPr id="17" name="Groupe 57">
              <a:extLst>
                <a:ext uri="{FF2B5EF4-FFF2-40B4-BE49-F238E27FC236}">
                  <a16:creationId xmlns:a16="http://schemas.microsoft.com/office/drawing/2014/main" id="{ADE2961B-52D6-7765-8092-1C0781BE35D4}"/>
                </a:ext>
              </a:extLst>
            </p:cNvPr>
            <p:cNvGrpSpPr/>
            <p:nvPr>
              <p:custDataLst>
                <p:tags r:id="rId30"/>
              </p:custDataLst>
            </p:nvPr>
          </p:nvGrpSpPr>
          <p:grpSpPr>
            <a:xfrm>
              <a:off x="3169990" y="2137144"/>
              <a:ext cx="508799" cy="415656"/>
              <a:chOff x="3624762" y="3263988"/>
              <a:chExt cx="1354356" cy="914400"/>
            </a:xfrm>
            <a:solidFill>
              <a:schemeClr val="bg1"/>
            </a:solidFill>
          </p:grpSpPr>
          <p:pic>
            <p:nvPicPr>
              <p:cNvPr id="18" name="Graphique 58" descr="Office worker male avec un remplissage uni">
                <a:extLst>
                  <a:ext uri="{FF2B5EF4-FFF2-40B4-BE49-F238E27FC236}">
                    <a16:creationId xmlns:a16="http://schemas.microsoft.com/office/drawing/2014/main" id="{CDAAF7A2-6F86-9DCB-9820-2AF0A7A5917E}"/>
                  </a:ext>
                </a:extLst>
              </p:cNvPr>
              <p:cNvPicPr>
                <a:picLocks noChangeAspect="1"/>
              </p:cNvPicPr>
              <p:nvPr/>
            </p:nvPicPr>
            <p:blipFill>
              <a:blip r:embed="rId41">
                <a:extLst>
                  <a:ext uri="{28A0092B-C50C-407E-A947-70E740481C1C}">
                    <a14:useLocalDpi xmlns:a14="http://schemas.microsoft.com/office/drawing/2010/main" val="0"/>
                  </a:ext>
                  <a:ext uri="{96DAC541-7B7A-43D3-8B79-37D633B846F1}">
                    <asvg:svgBlip xmlns:asvg="http://schemas.microsoft.com/office/drawing/2016/SVG/main" r:embed="rId42"/>
                  </a:ext>
                </a:extLst>
              </a:blip>
              <a:stretch>
                <a:fillRect/>
              </a:stretch>
            </p:blipFill>
            <p:spPr>
              <a:xfrm>
                <a:off x="3624762" y="3263988"/>
                <a:ext cx="914400" cy="914400"/>
              </a:xfrm>
              <a:prstGeom prst="rect">
                <a:avLst/>
              </a:prstGeom>
            </p:spPr>
          </p:pic>
          <p:pic>
            <p:nvPicPr>
              <p:cNvPr id="19" name="Graphique 59" descr="Office worker female avec un remplissage uni">
                <a:extLst>
                  <a:ext uri="{FF2B5EF4-FFF2-40B4-BE49-F238E27FC236}">
                    <a16:creationId xmlns:a16="http://schemas.microsoft.com/office/drawing/2014/main" id="{4978A71D-D254-9E45-24A4-3A8645CB8AEF}"/>
                  </a:ext>
                </a:extLst>
              </p:cNvPr>
              <p:cNvPicPr>
                <a:picLocks noChangeAspect="1"/>
              </p:cNvPicPr>
              <p:nvPr/>
            </p:nvPicPr>
            <p:blipFill>
              <a:blip r:embed="rId43">
                <a:extLst>
                  <a:ext uri="{28A0092B-C50C-407E-A947-70E740481C1C}">
                    <a14:useLocalDpi xmlns:a14="http://schemas.microsoft.com/office/drawing/2010/main" val="0"/>
                  </a:ext>
                  <a:ext uri="{96DAC541-7B7A-43D3-8B79-37D633B846F1}">
                    <asvg:svgBlip xmlns:asvg="http://schemas.microsoft.com/office/drawing/2016/SVG/main" r:embed="rId44"/>
                  </a:ext>
                </a:extLst>
              </a:blip>
              <a:stretch>
                <a:fillRect/>
              </a:stretch>
            </p:blipFill>
            <p:spPr>
              <a:xfrm>
                <a:off x="4064718" y="3263988"/>
                <a:ext cx="914400" cy="914400"/>
              </a:xfrm>
              <a:prstGeom prst="rect">
                <a:avLst/>
              </a:prstGeom>
            </p:spPr>
          </p:pic>
        </p:grpSp>
      </p:grpSp>
      <p:sp>
        <p:nvSpPr>
          <p:cNvPr id="50" name="Rectangle 49">
            <a:extLst>
              <a:ext uri="{FF2B5EF4-FFF2-40B4-BE49-F238E27FC236}">
                <a16:creationId xmlns:a16="http://schemas.microsoft.com/office/drawing/2014/main" id="{3B6DC4F0-925B-6F0D-4A89-CF73499A10EE}"/>
              </a:ext>
            </a:extLst>
          </p:cNvPr>
          <p:cNvSpPr/>
          <p:nvPr>
            <p:custDataLst>
              <p:tags r:id="rId21"/>
            </p:custDataLst>
          </p:nvPr>
        </p:nvSpPr>
        <p:spPr>
          <a:xfrm>
            <a:off x="358" y="0"/>
            <a:ext cx="12191642" cy="601166"/>
          </a:xfrm>
          <a:prstGeom prst="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vert="horz" lIns="252000" tIns="108000" rIns="252000" bIns="108000" rtlCol="0" anchor="ctr"/>
          <a:lstStyle/>
          <a:p>
            <a:r>
              <a:rPr lang="en-US" dirty="0">
                <a:solidFill>
                  <a:schemeClr val="bg1"/>
                </a:solidFill>
                <a:latin typeface="Bahnschrift Condensed" panose="020B0502040204020203" pitchFamily="34" charset="0"/>
              </a:rPr>
              <a:t>Asset-Based Lending</a:t>
            </a:r>
            <a:endParaRPr lang="en-CA" dirty="0">
              <a:solidFill>
                <a:srgbClr val="688098"/>
              </a:solidFill>
              <a:latin typeface="Bahnschrift Condensed" panose="020B0502040204020203" pitchFamily="34" charset="0"/>
            </a:endParaRPr>
          </a:p>
        </p:txBody>
      </p:sp>
      <p:sp>
        <p:nvSpPr>
          <p:cNvPr id="51" name="Rectangle 50">
            <a:extLst>
              <a:ext uri="{FF2B5EF4-FFF2-40B4-BE49-F238E27FC236}">
                <a16:creationId xmlns:a16="http://schemas.microsoft.com/office/drawing/2014/main" id="{4224F890-0923-8A9A-4560-9EDAB8E68279}"/>
              </a:ext>
            </a:extLst>
          </p:cNvPr>
          <p:cNvSpPr/>
          <p:nvPr>
            <p:custDataLst>
              <p:tags r:id="rId22"/>
            </p:custDataLst>
          </p:nvPr>
        </p:nvSpPr>
        <p:spPr>
          <a:xfrm>
            <a:off x="249710" y="487099"/>
            <a:ext cx="1764000" cy="114067"/>
          </a:xfrm>
          <a:prstGeom prst="rect">
            <a:avLst/>
          </a:prstGeom>
          <a:solidFill>
            <a:schemeClr val="bg2">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A" dirty="0"/>
          </a:p>
        </p:txBody>
      </p:sp>
      <p:pic>
        <p:nvPicPr>
          <p:cNvPr id="52" name="Picture 51" descr="A black background with white text&#10;&#10;AI-generated content may be incorrect.">
            <a:extLst>
              <a:ext uri="{FF2B5EF4-FFF2-40B4-BE49-F238E27FC236}">
                <a16:creationId xmlns:a16="http://schemas.microsoft.com/office/drawing/2014/main" id="{6A1EEBC0-8984-C930-6F5F-F78077939546}"/>
              </a:ext>
            </a:extLst>
          </p:cNvPr>
          <p:cNvPicPr>
            <a:picLocks noChangeAspect="1"/>
          </p:cNvPicPr>
          <p:nvPr>
            <p:custDataLst>
              <p:tags r:id="rId23"/>
            </p:custDataLst>
          </p:nvPr>
        </p:nvPicPr>
        <p:blipFill>
          <a:blip r:embed="rId45">
            <a:extLst>
              <a:ext uri="{28A0092B-C50C-407E-A947-70E740481C1C}">
                <a14:useLocalDpi xmlns:a14="http://schemas.microsoft.com/office/drawing/2010/main" val="0"/>
              </a:ext>
            </a:extLst>
          </a:blip>
          <a:stretch>
            <a:fillRect/>
          </a:stretch>
        </p:blipFill>
        <p:spPr>
          <a:xfrm>
            <a:off x="9668933" y="18427"/>
            <a:ext cx="2523067" cy="564311"/>
          </a:xfrm>
          <a:prstGeom prst="rect">
            <a:avLst/>
          </a:prstGeom>
        </p:spPr>
      </p:pic>
      <p:sp>
        <p:nvSpPr>
          <p:cNvPr id="24" name="TextBox 23">
            <a:extLst>
              <a:ext uri="{FF2B5EF4-FFF2-40B4-BE49-F238E27FC236}">
                <a16:creationId xmlns:a16="http://schemas.microsoft.com/office/drawing/2014/main" id="{956ABDE9-57C6-EBD5-C523-9F30E5215E5F}"/>
              </a:ext>
            </a:extLst>
          </p:cNvPr>
          <p:cNvSpPr txBox="1"/>
          <p:nvPr>
            <p:custDataLst>
              <p:tags r:id="rId24"/>
            </p:custDataLst>
          </p:nvPr>
        </p:nvSpPr>
        <p:spPr>
          <a:xfrm>
            <a:off x="6353665" y="844000"/>
            <a:ext cx="5522671" cy="2585000"/>
          </a:xfrm>
          <a:prstGeom prst="round2SameRect">
            <a:avLst>
              <a:gd name="adj1" fmla="val 7500"/>
              <a:gd name="adj2" fmla="val 0"/>
            </a:avLst>
          </a:prstGeom>
          <a:solidFill>
            <a:schemeClr val="bg1"/>
          </a:solidFill>
          <a:effectLst>
            <a:outerShdw blurRad="114300" algn="ctr" rotWithShape="0">
              <a:prstClr val="black">
                <a:alpha val="40000"/>
              </a:prstClr>
            </a:outerShdw>
          </a:effectLst>
        </p:spPr>
        <p:txBody>
          <a:bodyPr wrap="square" lIns="180000" tIns="360000" rIns="108000" bIns="288000" numCol="2" spcCol="252000">
            <a:noAutofit/>
          </a:bodyPr>
          <a:lstStyle>
            <a:defPPr>
              <a:defRPr lang="en-US"/>
            </a:defPPr>
            <a:lvl1pPr marL="285750" indent="-285750">
              <a:lnSpc>
                <a:spcPct val="100000"/>
              </a:lnSpc>
              <a:spcBef>
                <a:spcPts val="800"/>
              </a:spcBef>
              <a:defRPr sz="1600" b="1">
                <a:solidFill>
                  <a:srgbClr val="000000"/>
                </a:solidFill>
                <a:latin typeface="+mj-lt"/>
                <a:cs typeface="Arial" panose="020B0604020202020204" pitchFamily="34" charset="0"/>
              </a:defRPr>
            </a:lvl1pPr>
          </a:lstStyle>
          <a:p>
            <a:pPr>
              <a:defRPr/>
            </a:pPr>
            <a:r>
              <a:rPr lang="en-CA" sz="1400" dirty="0"/>
              <a:t>Company Profile </a:t>
            </a:r>
          </a:p>
          <a:p>
            <a:pPr marL="180000" lvl="1" indent="-180000">
              <a:lnSpc>
                <a:spcPct val="100000"/>
              </a:lnSpc>
              <a:spcBef>
                <a:spcPts val="0"/>
              </a:spcBef>
              <a:buFont typeface="Arial" panose="020B0604020202020204" pitchFamily="34" charset="0"/>
              <a:buChar char="•"/>
              <a:defRPr/>
            </a:pPr>
            <a:r>
              <a:rPr lang="en-CA" sz="1200" dirty="0">
                <a:solidFill>
                  <a:srgbClr val="000000"/>
                </a:solidFill>
                <a:latin typeface="+mj-lt"/>
                <a:cs typeface="Arial" panose="020B0604020202020204" pitchFamily="34" charset="0"/>
              </a:rPr>
              <a:t>Mid to large size companies located in Canada with Canadian/US and international customers</a:t>
            </a:r>
          </a:p>
          <a:p>
            <a:pPr marL="180000" lvl="1" indent="-180000">
              <a:lnSpc>
                <a:spcPct val="100000"/>
              </a:lnSpc>
              <a:spcBef>
                <a:spcPts val="0"/>
              </a:spcBef>
              <a:buFont typeface="Arial" panose="020B0604020202020204" pitchFamily="34" charset="0"/>
              <a:buChar char="•"/>
              <a:defRPr/>
            </a:pPr>
            <a:r>
              <a:rPr lang="en-CA" sz="1200" dirty="0">
                <a:solidFill>
                  <a:srgbClr val="000000"/>
                </a:solidFill>
                <a:latin typeface="+mj-lt"/>
                <a:cs typeface="Arial" panose="020B0604020202020204" pitchFamily="34" charset="0"/>
              </a:rPr>
              <a:t>Working capital / asset intensive</a:t>
            </a:r>
            <a:endParaRPr lang="en-CA" sz="1400" b="1" dirty="0">
              <a:solidFill>
                <a:srgbClr val="000000"/>
              </a:solidFill>
              <a:latin typeface="+mj-lt"/>
              <a:cs typeface="Arial" panose="020B0604020202020204" pitchFamily="34" charset="0"/>
            </a:endParaRPr>
          </a:p>
          <a:p>
            <a:pPr marL="0" lvl="1">
              <a:spcBef>
                <a:spcPts val="800"/>
              </a:spcBef>
              <a:defRPr/>
            </a:pPr>
            <a:endParaRPr lang="en-CA" sz="1200" dirty="0">
              <a:solidFill>
                <a:srgbClr val="000000"/>
              </a:solidFill>
              <a:latin typeface="+mj-lt"/>
              <a:cs typeface="Arial" panose="020B0604020202020204" pitchFamily="34" charset="0"/>
            </a:endParaRPr>
          </a:p>
          <a:p>
            <a:pPr marL="0" lvl="1">
              <a:spcBef>
                <a:spcPts val="800"/>
              </a:spcBef>
              <a:defRPr/>
            </a:pPr>
            <a:endParaRPr lang="en-CA" sz="1200" dirty="0">
              <a:solidFill>
                <a:srgbClr val="000000"/>
              </a:solidFill>
              <a:latin typeface="+mj-lt"/>
              <a:cs typeface="Arial" panose="020B0604020202020204" pitchFamily="34" charset="0"/>
            </a:endParaRPr>
          </a:p>
          <a:p>
            <a:pPr marL="0" lvl="1">
              <a:spcBef>
                <a:spcPts val="800"/>
              </a:spcBef>
              <a:defRPr/>
            </a:pPr>
            <a:endParaRPr lang="en-CA" sz="1200" dirty="0">
              <a:solidFill>
                <a:srgbClr val="000000"/>
              </a:solidFill>
              <a:latin typeface="+mj-lt"/>
              <a:cs typeface="Arial" panose="020B0604020202020204" pitchFamily="34" charset="0"/>
            </a:endParaRPr>
          </a:p>
          <a:p>
            <a:pPr marL="0" lvl="1">
              <a:lnSpc>
                <a:spcPct val="100000"/>
              </a:lnSpc>
              <a:spcBef>
                <a:spcPts val="800"/>
              </a:spcBef>
              <a:defRPr/>
            </a:pPr>
            <a:r>
              <a:rPr lang="en-CA" sz="1400" b="1" dirty="0">
                <a:solidFill>
                  <a:srgbClr val="000000"/>
                </a:solidFill>
                <a:latin typeface="+mj-lt"/>
                <a:cs typeface="Arial" panose="020B0604020202020204" pitchFamily="34" charset="0"/>
              </a:rPr>
              <a:t>Eligible Assets (Advance Rates)</a:t>
            </a:r>
            <a:endParaRPr lang="en-CA" sz="1200" dirty="0">
              <a:solidFill>
                <a:srgbClr val="000000"/>
              </a:solidFill>
              <a:latin typeface="+mj-lt"/>
              <a:cs typeface="Arial" panose="020B0604020202020204" pitchFamily="34" charset="0"/>
            </a:endParaRPr>
          </a:p>
          <a:p>
            <a:pPr marL="180000" marR="0" lvl="1" indent="-18000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CA" sz="1200" dirty="0">
                <a:solidFill>
                  <a:srgbClr val="000000"/>
                </a:solidFill>
                <a:latin typeface="+mj-lt"/>
                <a:cs typeface="Arial" panose="020B0604020202020204" pitchFamily="34" charset="0"/>
              </a:rPr>
              <a:t>Receivables (up to 90 %) </a:t>
            </a:r>
          </a:p>
          <a:p>
            <a:pPr marL="180000" marR="0" lvl="1" indent="-18000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CA" sz="1200" dirty="0">
                <a:solidFill>
                  <a:srgbClr val="000000"/>
                </a:solidFill>
                <a:latin typeface="+mj-lt"/>
                <a:cs typeface="Arial" panose="020B0604020202020204" pitchFamily="34" charset="0"/>
              </a:rPr>
              <a:t>Inventory (based on appraised value)</a:t>
            </a:r>
          </a:p>
          <a:p>
            <a:pPr marL="180000" marR="0" lvl="1" indent="-18000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CA" sz="1200" dirty="0">
                <a:solidFill>
                  <a:srgbClr val="000000"/>
                </a:solidFill>
                <a:latin typeface="+mj-lt"/>
                <a:cs typeface="Arial" panose="020B0604020202020204" pitchFamily="34" charset="0"/>
              </a:rPr>
              <a:t>Machinery &amp; equipment (up to 100% of appraised value)</a:t>
            </a:r>
            <a:endParaRPr kumimoji="0" lang="en-CA" sz="1200" b="0" i="0" u="none" strike="noStrike" kern="1200" cap="none" spc="0" normalizeH="0" baseline="0" noProof="0" dirty="0">
              <a:ln>
                <a:noFill/>
              </a:ln>
              <a:solidFill>
                <a:srgbClr val="000000"/>
              </a:solidFill>
              <a:effectLst/>
              <a:uLnTx/>
              <a:uFillTx/>
              <a:latin typeface="Calibri"/>
              <a:ea typeface="+mn-ea"/>
              <a:cs typeface="Arial" panose="020B0604020202020204" pitchFamily="34" charset="0"/>
            </a:endParaRPr>
          </a:p>
          <a:p>
            <a:pPr marL="0" lvl="1">
              <a:spcBef>
                <a:spcPts val="800"/>
              </a:spcBef>
              <a:defRPr/>
            </a:pPr>
            <a:r>
              <a:rPr lang="en-CA" sz="1400" b="1" dirty="0">
                <a:solidFill>
                  <a:srgbClr val="000000"/>
                </a:solidFill>
                <a:latin typeface="+mj-lt"/>
                <a:cs typeface="Arial" panose="020B0604020202020204" pitchFamily="34" charset="0"/>
              </a:rPr>
              <a:t>Targeted Hold</a:t>
            </a:r>
            <a:br>
              <a:rPr lang="en-CA" sz="1200" b="1" dirty="0">
                <a:latin typeface="+mj-lt"/>
              </a:rPr>
            </a:br>
            <a:r>
              <a:rPr lang="en-CA" sz="1200" b="0" dirty="0">
                <a:latin typeface="+mj-lt"/>
              </a:rPr>
              <a:t>$5-25M (sole lender or participant)</a:t>
            </a:r>
            <a:endParaRPr lang="en-CA" sz="1200" b="1" dirty="0">
              <a:solidFill>
                <a:srgbClr val="000000"/>
              </a:solidFill>
              <a:latin typeface="+mj-lt"/>
              <a:cs typeface="Arial" panose="020B0604020202020204" pitchFamily="34" charset="0"/>
            </a:endParaRPr>
          </a:p>
          <a:p>
            <a:pPr marL="0" lvl="1">
              <a:lnSpc>
                <a:spcPct val="100000"/>
              </a:lnSpc>
              <a:spcBef>
                <a:spcPts val="800"/>
              </a:spcBef>
              <a:defRPr/>
            </a:pPr>
            <a:endParaRPr lang="en-CA" sz="1200" dirty="0">
              <a:solidFill>
                <a:srgbClr val="000000"/>
              </a:solidFill>
              <a:latin typeface="+mj-lt"/>
              <a:cs typeface="Arial" panose="020B0604020202020204" pitchFamily="34" charset="0"/>
            </a:endParaRPr>
          </a:p>
        </p:txBody>
      </p:sp>
      <p:sp>
        <p:nvSpPr>
          <p:cNvPr id="48" name="Rectangle: Top Corners Rounded 47">
            <a:extLst>
              <a:ext uri="{FF2B5EF4-FFF2-40B4-BE49-F238E27FC236}">
                <a16:creationId xmlns:a16="http://schemas.microsoft.com/office/drawing/2014/main" id="{6C5BBCEF-CCA3-05D4-E5C5-DFE54ED39DC4}"/>
              </a:ext>
            </a:extLst>
          </p:cNvPr>
          <p:cNvSpPr/>
          <p:nvPr>
            <p:custDataLst>
              <p:tags r:id="rId25"/>
            </p:custDataLst>
          </p:nvPr>
        </p:nvSpPr>
        <p:spPr>
          <a:xfrm>
            <a:off x="6353666" y="3209010"/>
            <a:ext cx="5522671" cy="396000"/>
          </a:xfrm>
          <a:prstGeom prst="round2SameRect">
            <a:avLst>
              <a:gd name="adj1" fmla="val 50000"/>
              <a:gd name="adj2" fmla="val 0"/>
            </a:avLst>
          </a:prstGeom>
          <a:solidFill>
            <a:srgbClr val="7E93A7"/>
          </a:solidFill>
          <a:ln>
            <a:noFill/>
          </a:ln>
        </p:spPr>
        <p:style>
          <a:lnRef idx="2">
            <a:schemeClr val="accent1">
              <a:shade val="15000"/>
            </a:schemeClr>
          </a:lnRef>
          <a:fillRef idx="1">
            <a:schemeClr val="accent1"/>
          </a:fillRef>
          <a:effectRef idx="0">
            <a:schemeClr val="accent1"/>
          </a:effectRef>
          <a:fontRef idx="minor">
            <a:schemeClr val="lt1"/>
          </a:fontRef>
        </p:style>
        <p:txBody>
          <a:bodyPr vert="horz" lIns="144000" tIns="36000" rIns="144000" bIns="36000" rtlCol="0" anchor="ctr"/>
          <a:lstStyle/>
          <a:p>
            <a:r>
              <a:rPr lang="en-US" b="1" dirty="0">
                <a:latin typeface="+mj-lt"/>
              </a:rPr>
              <a:t>Client Situation</a:t>
            </a:r>
            <a:endParaRPr lang="en-CA" b="1" dirty="0">
              <a:latin typeface="+mj-lt"/>
            </a:endParaRPr>
          </a:p>
        </p:txBody>
      </p:sp>
      <p:sp>
        <p:nvSpPr>
          <p:cNvPr id="38" name="Rectangle: Top Corners Rounded 37">
            <a:extLst>
              <a:ext uri="{FF2B5EF4-FFF2-40B4-BE49-F238E27FC236}">
                <a16:creationId xmlns:a16="http://schemas.microsoft.com/office/drawing/2014/main" id="{C16952B3-81F0-D263-0ACF-81DB6A407DB4}"/>
              </a:ext>
            </a:extLst>
          </p:cNvPr>
          <p:cNvSpPr/>
          <p:nvPr>
            <p:custDataLst>
              <p:tags r:id="rId26"/>
            </p:custDataLst>
          </p:nvPr>
        </p:nvSpPr>
        <p:spPr>
          <a:xfrm>
            <a:off x="6358455" y="823101"/>
            <a:ext cx="5522671" cy="396000"/>
          </a:xfrm>
          <a:prstGeom prst="round2SameRect">
            <a:avLst>
              <a:gd name="adj1" fmla="val 50000"/>
              <a:gd name="adj2" fmla="val 0"/>
            </a:avLst>
          </a:prstGeom>
          <a:solidFill>
            <a:schemeClr val="bg2">
              <a:lumMod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vert="horz" lIns="144000" tIns="36000" rIns="144000" bIns="36000" rtlCol="0" anchor="ctr"/>
          <a:lstStyle/>
          <a:p>
            <a:r>
              <a:rPr lang="en-US" b="1" dirty="0">
                <a:latin typeface="+mj-lt"/>
              </a:rPr>
              <a:t>Investment Criteria</a:t>
            </a:r>
            <a:endParaRPr lang="en-CA" b="1" dirty="0">
              <a:latin typeface="+mj-lt"/>
            </a:endParaRPr>
          </a:p>
        </p:txBody>
      </p:sp>
      <p:cxnSp>
        <p:nvCxnSpPr>
          <p:cNvPr id="28" name="Straight Connector 27">
            <a:extLst>
              <a:ext uri="{FF2B5EF4-FFF2-40B4-BE49-F238E27FC236}">
                <a16:creationId xmlns:a16="http://schemas.microsoft.com/office/drawing/2014/main" id="{168E3E9A-6704-E487-AA4D-5183EECB1C92}"/>
              </a:ext>
            </a:extLst>
          </p:cNvPr>
          <p:cNvCxnSpPr>
            <a:cxnSpLocks/>
          </p:cNvCxnSpPr>
          <p:nvPr>
            <p:custDataLst>
              <p:tags r:id="rId27"/>
            </p:custDataLst>
          </p:nvPr>
        </p:nvCxnSpPr>
        <p:spPr>
          <a:xfrm>
            <a:off x="3141706" y="6025436"/>
            <a:ext cx="722151"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29" name="Straight Connector 28">
            <a:extLst>
              <a:ext uri="{FF2B5EF4-FFF2-40B4-BE49-F238E27FC236}">
                <a16:creationId xmlns:a16="http://schemas.microsoft.com/office/drawing/2014/main" id="{4ADF1AFE-5E4A-F133-22DA-5F223F0E92E1}"/>
              </a:ext>
            </a:extLst>
          </p:cNvPr>
          <p:cNvCxnSpPr>
            <a:cxnSpLocks/>
          </p:cNvCxnSpPr>
          <p:nvPr>
            <p:custDataLst>
              <p:tags r:id="rId28"/>
            </p:custDataLst>
          </p:nvPr>
        </p:nvCxnSpPr>
        <p:spPr>
          <a:xfrm>
            <a:off x="3154960" y="6277226"/>
            <a:ext cx="722151"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30" name="Straight Connector 29">
            <a:extLst>
              <a:ext uri="{FF2B5EF4-FFF2-40B4-BE49-F238E27FC236}">
                <a16:creationId xmlns:a16="http://schemas.microsoft.com/office/drawing/2014/main" id="{6C41AC57-9A6B-5FAA-C4A2-4B39D2F7CD9F}"/>
              </a:ext>
            </a:extLst>
          </p:cNvPr>
          <p:cNvCxnSpPr>
            <a:cxnSpLocks/>
          </p:cNvCxnSpPr>
          <p:nvPr>
            <p:custDataLst>
              <p:tags r:id="rId29"/>
            </p:custDataLst>
          </p:nvPr>
        </p:nvCxnSpPr>
        <p:spPr>
          <a:xfrm>
            <a:off x="3154960" y="6555518"/>
            <a:ext cx="722151" cy="0"/>
          </a:xfrm>
          <a:prstGeom prst="line">
            <a:avLst/>
          </a:prstGeom>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53711362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0D91A1A-6D46-69B7-6FC3-D97C164F9762}"/>
            </a:ext>
          </a:extLst>
        </p:cNvPr>
        <p:cNvGrpSpPr/>
        <p:nvPr/>
      </p:nvGrpSpPr>
      <p:grpSpPr>
        <a:xfrm>
          <a:off x="0" y="0"/>
          <a:ext cx="0" cy="0"/>
          <a:chOff x="0" y="0"/>
          <a:chExt cx="0" cy="0"/>
        </a:xfrm>
      </p:grpSpPr>
      <p:sp>
        <p:nvSpPr>
          <p:cNvPr id="50" name="Rectangle 49">
            <a:extLst>
              <a:ext uri="{FF2B5EF4-FFF2-40B4-BE49-F238E27FC236}">
                <a16:creationId xmlns:a16="http://schemas.microsoft.com/office/drawing/2014/main" id="{0EAC9DD6-5B97-9793-9F48-C359A3B0760A}"/>
              </a:ext>
            </a:extLst>
          </p:cNvPr>
          <p:cNvSpPr/>
          <p:nvPr>
            <p:custDataLst>
              <p:tags r:id="rId1"/>
            </p:custDataLst>
          </p:nvPr>
        </p:nvSpPr>
        <p:spPr>
          <a:xfrm>
            <a:off x="358" y="0"/>
            <a:ext cx="12191642" cy="601166"/>
          </a:xfrm>
          <a:prstGeom prst="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vert="horz" lIns="252000" tIns="108000" rIns="252000" bIns="108000" rtlCol="0" anchor="ctr"/>
          <a:lstStyle/>
          <a:p>
            <a:r>
              <a:rPr lang="en-US" dirty="0">
                <a:solidFill>
                  <a:schemeClr val="bg1"/>
                </a:solidFill>
                <a:latin typeface="Bahnschrift Condensed" panose="020B0502040204020203" pitchFamily="34" charset="0"/>
              </a:rPr>
              <a:t>Recent Transactions</a:t>
            </a:r>
            <a:endParaRPr lang="en-CA" dirty="0">
              <a:solidFill>
                <a:srgbClr val="688098"/>
              </a:solidFill>
              <a:latin typeface="Bahnschrift Condensed" panose="020B0502040204020203" pitchFamily="34" charset="0"/>
            </a:endParaRPr>
          </a:p>
        </p:txBody>
      </p:sp>
      <p:sp>
        <p:nvSpPr>
          <p:cNvPr id="51" name="Rectangle 50">
            <a:extLst>
              <a:ext uri="{FF2B5EF4-FFF2-40B4-BE49-F238E27FC236}">
                <a16:creationId xmlns:a16="http://schemas.microsoft.com/office/drawing/2014/main" id="{1D91FF62-65F1-16E1-19AC-0C578F46B8C4}"/>
              </a:ext>
            </a:extLst>
          </p:cNvPr>
          <p:cNvSpPr/>
          <p:nvPr>
            <p:custDataLst>
              <p:tags r:id="rId2"/>
            </p:custDataLst>
          </p:nvPr>
        </p:nvSpPr>
        <p:spPr>
          <a:xfrm>
            <a:off x="249710" y="487099"/>
            <a:ext cx="1764000" cy="114067"/>
          </a:xfrm>
          <a:prstGeom prst="rect">
            <a:avLst/>
          </a:prstGeom>
          <a:solidFill>
            <a:schemeClr val="bg2">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A" dirty="0"/>
          </a:p>
        </p:txBody>
      </p:sp>
      <p:pic>
        <p:nvPicPr>
          <p:cNvPr id="52" name="Picture 51" descr="A black background with white text&#10;&#10;AI-generated content may be incorrect.">
            <a:extLst>
              <a:ext uri="{FF2B5EF4-FFF2-40B4-BE49-F238E27FC236}">
                <a16:creationId xmlns:a16="http://schemas.microsoft.com/office/drawing/2014/main" id="{FC60C34F-5323-6646-556D-6E673AE465F9}"/>
              </a:ext>
            </a:extLst>
          </p:cNvPr>
          <p:cNvPicPr>
            <a:picLocks noChangeAspect="1"/>
          </p:cNvPicPr>
          <p:nvPr>
            <p:custDataLst>
              <p:tags r:id="rId3"/>
            </p:custDataLst>
          </p:nvPr>
        </p:nvPicPr>
        <p:blipFill>
          <a:blip r:embed="rId5">
            <a:extLst>
              <a:ext uri="{28A0092B-C50C-407E-A947-70E740481C1C}">
                <a14:useLocalDpi xmlns:a14="http://schemas.microsoft.com/office/drawing/2010/main" val="0"/>
              </a:ext>
            </a:extLst>
          </a:blip>
          <a:stretch>
            <a:fillRect/>
          </a:stretch>
        </p:blipFill>
        <p:spPr>
          <a:xfrm>
            <a:off x="9668933" y="18427"/>
            <a:ext cx="2523067" cy="564311"/>
          </a:xfrm>
          <a:prstGeom prst="rect">
            <a:avLst/>
          </a:prstGeom>
        </p:spPr>
      </p:pic>
      <p:sp>
        <p:nvSpPr>
          <p:cNvPr id="2" name="Rectangle 1">
            <a:extLst>
              <a:ext uri="{FF2B5EF4-FFF2-40B4-BE49-F238E27FC236}">
                <a16:creationId xmlns:a16="http://schemas.microsoft.com/office/drawing/2014/main" id="{A836FE11-9596-A141-BDB4-5C25769F36F0}"/>
              </a:ext>
            </a:extLst>
          </p:cNvPr>
          <p:cNvSpPr/>
          <p:nvPr/>
        </p:nvSpPr>
        <p:spPr>
          <a:xfrm>
            <a:off x="2957743" y="2319291"/>
            <a:ext cx="6276513" cy="2219418"/>
          </a:xfrm>
          <a:prstGeom prst="rect">
            <a:avLst/>
          </a:prstGeom>
        </p:spPr>
        <p:style>
          <a:lnRef idx="2">
            <a:schemeClr val="accent4">
              <a:shade val="15000"/>
            </a:schemeClr>
          </a:lnRef>
          <a:fillRef idx="1">
            <a:schemeClr val="accent4"/>
          </a:fillRef>
          <a:effectRef idx="0">
            <a:schemeClr val="accent4"/>
          </a:effectRef>
          <a:fontRef idx="minor">
            <a:schemeClr val="lt1"/>
          </a:fontRef>
        </p:style>
        <p:txBody>
          <a:bodyPr rtlCol="0" anchor="ctr"/>
          <a:lstStyle/>
          <a:p>
            <a:pPr algn="ctr"/>
            <a:r>
              <a:rPr lang="fr-CA" sz="3600" dirty="0"/>
              <a:t>Place Holder</a:t>
            </a:r>
            <a:endParaRPr lang="en-CA" sz="3600" dirty="0"/>
          </a:p>
        </p:txBody>
      </p:sp>
    </p:spTree>
    <p:extLst>
      <p:ext uri="{BB962C8B-B14F-4D97-AF65-F5344CB8AC3E}">
        <p14:creationId xmlns:p14="http://schemas.microsoft.com/office/powerpoint/2010/main" val="85911518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3061094-E82F-E350-31E0-F6588056F90E}"/>
            </a:ext>
          </a:extLst>
        </p:cNvPr>
        <p:cNvGrpSpPr/>
        <p:nvPr/>
      </p:nvGrpSpPr>
      <p:grpSpPr>
        <a:xfrm>
          <a:off x="0" y="0"/>
          <a:ext cx="0" cy="0"/>
          <a:chOff x="0" y="0"/>
          <a:chExt cx="0" cy="0"/>
        </a:xfrm>
      </p:grpSpPr>
      <p:sp>
        <p:nvSpPr>
          <p:cNvPr id="50" name="Rectangle 49">
            <a:extLst>
              <a:ext uri="{FF2B5EF4-FFF2-40B4-BE49-F238E27FC236}">
                <a16:creationId xmlns:a16="http://schemas.microsoft.com/office/drawing/2014/main" id="{69C3B45C-FE8B-0984-9CD7-DC688FF43331}"/>
              </a:ext>
            </a:extLst>
          </p:cNvPr>
          <p:cNvSpPr/>
          <p:nvPr>
            <p:custDataLst>
              <p:tags r:id="rId1"/>
            </p:custDataLst>
          </p:nvPr>
        </p:nvSpPr>
        <p:spPr>
          <a:xfrm>
            <a:off x="358" y="0"/>
            <a:ext cx="12191642" cy="601166"/>
          </a:xfrm>
          <a:prstGeom prst="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vert="horz" lIns="252000" tIns="108000" rIns="252000" bIns="108000" rtlCol="0" anchor="ctr"/>
          <a:lstStyle/>
          <a:p>
            <a:r>
              <a:rPr lang="en-US" dirty="0">
                <a:solidFill>
                  <a:schemeClr val="bg1"/>
                </a:solidFill>
                <a:latin typeface="Bahnschrift Condensed" panose="020B0502040204020203" pitchFamily="34" charset="0"/>
              </a:rPr>
              <a:t>Business Case</a:t>
            </a:r>
            <a:endParaRPr lang="en-CA" dirty="0">
              <a:solidFill>
                <a:srgbClr val="688098"/>
              </a:solidFill>
              <a:latin typeface="Bahnschrift Condensed" panose="020B0502040204020203" pitchFamily="34" charset="0"/>
            </a:endParaRPr>
          </a:p>
        </p:txBody>
      </p:sp>
      <p:sp>
        <p:nvSpPr>
          <p:cNvPr id="51" name="Rectangle 50">
            <a:extLst>
              <a:ext uri="{FF2B5EF4-FFF2-40B4-BE49-F238E27FC236}">
                <a16:creationId xmlns:a16="http://schemas.microsoft.com/office/drawing/2014/main" id="{73E189AF-A1C0-BD01-C366-C2A487B44C16}"/>
              </a:ext>
            </a:extLst>
          </p:cNvPr>
          <p:cNvSpPr/>
          <p:nvPr>
            <p:custDataLst>
              <p:tags r:id="rId2"/>
            </p:custDataLst>
          </p:nvPr>
        </p:nvSpPr>
        <p:spPr>
          <a:xfrm>
            <a:off x="249710" y="487099"/>
            <a:ext cx="1764000" cy="114067"/>
          </a:xfrm>
          <a:prstGeom prst="rect">
            <a:avLst/>
          </a:prstGeom>
          <a:solidFill>
            <a:schemeClr val="bg2">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A" dirty="0"/>
          </a:p>
        </p:txBody>
      </p:sp>
      <p:pic>
        <p:nvPicPr>
          <p:cNvPr id="52" name="Picture 51" descr="A black background with white text&#10;&#10;AI-generated content may be incorrect.">
            <a:extLst>
              <a:ext uri="{FF2B5EF4-FFF2-40B4-BE49-F238E27FC236}">
                <a16:creationId xmlns:a16="http://schemas.microsoft.com/office/drawing/2014/main" id="{74506375-B97B-CB5C-F99B-A84F7BAA6022}"/>
              </a:ext>
            </a:extLst>
          </p:cNvPr>
          <p:cNvPicPr>
            <a:picLocks noChangeAspect="1"/>
          </p:cNvPicPr>
          <p:nvPr>
            <p:custDataLst>
              <p:tags r:id="rId3"/>
            </p:custDataLst>
          </p:nvPr>
        </p:nvPicPr>
        <p:blipFill>
          <a:blip r:embed="rId5">
            <a:extLst>
              <a:ext uri="{28A0092B-C50C-407E-A947-70E740481C1C}">
                <a14:useLocalDpi xmlns:a14="http://schemas.microsoft.com/office/drawing/2010/main" val="0"/>
              </a:ext>
            </a:extLst>
          </a:blip>
          <a:stretch>
            <a:fillRect/>
          </a:stretch>
        </p:blipFill>
        <p:spPr>
          <a:xfrm>
            <a:off x="9668933" y="18427"/>
            <a:ext cx="2523067" cy="564311"/>
          </a:xfrm>
          <a:prstGeom prst="rect">
            <a:avLst/>
          </a:prstGeom>
        </p:spPr>
      </p:pic>
      <p:sp>
        <p:nvSpPr>
          <p:cNvPr id="2" name="Rectangle 1">
            <a:extLst>
              <a:ext uri="{FF2B5EF4-FFF2-40B4-BE49-F238E27FC236}">
                <a16:creationId xmlns:a16="http://schemas.microsoft.com/office/drawing/2014/main" id="{D8219108-F071-12B1-B3DC-C95C18752D50}"/>
              </a:ext>
            </a:extLst>
          </p:cNvPr>
          <p:cNvSpPr/>
          <p:nvPr/>
        </p:nvSpPr>
        <p:spPr>
          <a:xfrm>
            <a:off x="2957743" y="2319291"/>
            <a:ext cx="6276513" cy="2219418"/>
          </a:xfrm>
          <a:prstGeom prst="rect">
            <a:avLst/>
          </a:prstGeom>
        </p:spPr>
        <p:style>
          <a:lnRef idx="2">
            <a:schemeClr val="accent4">
              <a:shade val="15000"/>
            </a:schemeClr>
          </a:lnRef>
          <a:fillRef idx="1">
            <a:schemeClr val="accent4"/>
          </a:fillRef>
          <a:effectRef idx="0">
            <a:schemeClr val="accent4"/>
          </a:effectRef>
          <a:fontRef idx="minor">
            <a:schemeClr val="lt1"/>
          </a:fontRef>
        </p:style>
        <p:txBody>
          <a:bodyPr rtlCol="0" anchor="ctr"/>
          <a:lstStyle/>
          <a:p>
            <a:pPr algn="ctr"/>
            <a:r>
              <a:rPr lang="fr-CA" sz="3600" dirty="0"/>
              <a:t>Place Holder</a:t>
            </a:r>
            <a:endParaRPr lang="en-CA" sz="3600" dirty="0"/>
          </a:p>
        </p:txBody>
      </p:sp>
    </p:spTree>
    <p:extLst>
      <p:ext uri="{BB962C8B-B14F-4D97-AF65-F5344CB8AC3E}">
        <p14:creationId xmlns:p14="http://schemas.microsoft.com/office/powerpoint/2010/main" val="3686358134"/>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NUM" val="1"/>
</p:tagLst>
</file>

<file path=ppt/tags/tag2.xml><?xml version="1.0" encoding="utf-8"?>
<p:tagLst xmlns:a="http://schemas.openxmlformats.org/drawingml/2006/main" xmlns:r="http://schemas.openxmlformats.org/officeDocument/2006/relationships" xmlns:p="http://schemas.openxmlformats.org/presentationml/2006/main">
  <p:tag name="NUM" val="2"/>
</p:tagLst>
</file>

<file path=ppt/tags/tag3.xml><?xml version="1.0" encoding="utf-8"?>
<p:tagLst xmlns:a="http://schemas.openxmlformats.org/drawingml/2006/main" xmlns:r="http://schemas.openxmlformats.org/officeDocument/2006/relationships" xmlns:p="http://schemas.openxmlformats.org/presentationml/2006/main">
  <p:tag name="NUM" val="3"/>
</p:tagLst>
</file>

<file path=ppt/tags/tag4.xml><?xml version="1.0" encoding="utf-8"?>
<p:tagLst xmlns:a="http://schemas.openxmlformats.org/drawingml/2006/main" xmlns:r="http://schemas.openxmlformats.org/officeDocument/2006/relationships" xmlns:p="http://schemas.openxmlformats.org/presentationml/2006/main">
  <p:tag name="NUM" val="12"/>
</p:tagLst>
</file>

<file path=ppt/tags/tag5.xml><?xml version="1.0" encoding="utf-8"?>
<p:tagLst xmlns:a="http://schemas.openxmlformats.org/drawingml/2006/main" xmlns:r="http://schemas.openxmlformats.org/officeDocument/2006/relationships" xmlns:p="http://schemas.openxmlformats.org/presentationml/2006/main">
  <p:tag name="NUM" val="1"/>
</p:tagLst>
</file>

<file path=ppt/tags/tag6.xml><?xml version="1.0" encoding="utf-8"?>
<p:tagLst xmlns:a="http://schemas.openxmlformats.org/drawingml/2006/main" xmlns:r="http://schemas.openxmlformats.org/officeDocument/2006/relationships" xmlns:p="http://schemas.openxmlformats.org/presentationml/2006/main">
  <p:tag name="NUM" val="2"/>
</p:tagLst>
</file>

<file path=ppt/tags/tag7.xml><?xml version="1.0" encoding="utf-8"?>
<p:tagLst xmlns:a="http://schemas.openxmlformats.org/drawingml/2006/main" xmlns:r="http://schemas.openxmlformats.org/officeDocument/2006/relationships" xmlns:p="http://schemas.openxmlformats.org/presentationml/2006/main">
  <p:tag name="NUM" val="4"/>
</p:tagLst>
</file>

<file path=ppt/tags/tag8.xml><?xml version="1.0" encoding="utf-8"?>
<p:tagLst xmlns:a="http://schemas.openxmlformats.org/drawingml/2006/main" xmlns:r="http://schemas.openxmlformats.org/officeDocument/2006/relationships" xmlns:p="http://schemas.openxmlformats.org/presentationml/2006/main">
  <p:tag name="NUM" val="5"/>
</p:tagLst>
</file>

<file path=ppt/tags/tag9.xml><?xml version="1.0" encoding="utf-8"?>
<p:tagLst xmlns:a="http://schemas.openxmlformats.org/drawingml/2006/main" xmlns:r="http://schemas.openxmlformats.org/officeDocument/2006/relationships" xmlns:p="http://schemas.openxmlformats.org/presentationml/2006/main">
  <p:tag name="NUM" val="6"/>
</p:tagLst>
</file>

<file path=ppt/tags/tag10.xml><?xml version="1.0" encoding="utf-8"?>
<p:tagLst xmlns:a="http://schemas.openxmlformats.org/drawingml/2006/main" xmlns:r="http://schemas.openxmlformats.org/officeDocument/2006/relationships" xmlns:p="http://schemas.openxmlformats.org/presentationml/2006/main">
  <p:tag name="NUM" val="7"/>
</p:tagLst>
</file>

<file path=ppt/tags/tag11.xml><?xml version="1.0" encoding="utf-8"?>
<p:tagLst xmlns:a="http://schemas.openxmlformats.org/drawingml/2006/main" xmlns:r="http://schemas.openxmlformats.org/officeDocument/2006/relationships" xmlns:p="http://schemas.openxmlformats.org/presentationml/2006/main">
  <p:tag name="NUM" val="8"/>
</p:tagLst>
</file>

<file path=ppt/tags/tag12.xml><?xml version="1.0" encoding="utf-8"?>
<p:tagLst xmlns:a="http://schemas.openxmlformats.org/drawingml/2006/main" xmlns:r="http://schemas.openxmlformats.org/officeDocument/2006/relationships" xmlns:p="http://schemas.openxmlformats.org/presentationml/2006/main">
  <p:tag name="NUM" val="9"/>
</p:tagLst>
</file>

<file path=ppt/tags/tag13.xml><?xml version="1.0" encoding="utf-8"?>
<p:tagLst xmlns:a="http://schemas.openxmlformats.org/drawingml/2006/main" xmlns:r="http://schemas.openxmlformats.org/officeDocument/2006/relationships" xmlns:p="http://schemas.openxmlformats.org/presentationml/2006/main">
  <p:tag name="NUM" val="10"/>
</p:tagLst>
</file>

<file path=ppt/tags/tag14.xml><?xml version="1.0" encoding="utf-8"?>
<p:tagLst xmlns:a="http://schemas.openxmlformats.org/drawingml/2006/main" xmlns:r="http://schemas.openxmlformats.org/officeDocument/2006/relationships" xmlns:p="http://schemas.openxmlformats.org/presentationml/2006/main">
  <p:tag name="NUM" val="11"/>
</p:tagLst>
</file>

<file path=ppt/tags/tag15.xml><?xml version="1.0" encoding="utf-8"?>
<p:tagLst xmlns:a="http://schemas.openxmlformats.org/drawingml/2006/main" xmlns:r="http://schemas.openxmlformats.org/officeDocument/2006/relationships" xmlns:p="http://schemas.openxmlformats.org/presentationml/2006/main">
  <p:tag name="NUM" val="13"/>
</p:tagLst>
</file>

<file path=ppt/tags/tag16.xml><?xml version="1.0" encoding="utf-8"?>
<p:tagLst xmlns:a="http://schemas.openxmlformats.org/drawingml/2006/main" xmlns:r="http://schemas.openxmlformats.org/officeDocument/2006/relationships" xmlns:p="http://schemas.openxmlformats.org/presentationml/2006/main">
  <p:tag name="NUM" val="14"/>
</p:tagLst>
</file>

<file path=ppt/tags/tag17.xml><?xml version="1.0" encoding="utf-8"?>
<p:tagLst xmlns:a="http://schemas.openxmlformats.org/drawingml/2006/main" xmlns:r="http://schemas.openxmlformats.org/officeDocument/2006/relationships" xmlns:p="http://schemas.openxmlformats.org/presentationml/2006/main">
  <p:tag name="NUM" val="15"/>
</p:tagLst>
</file>

<file path=ppt/tags/tag18.xml><?xml version="1.0" encoding="utf-8"?>
<p:tagLst xmlns:a="http://schemas.openxmlformats.org/drawingml/2006/main" xmlns:r="http://schemas.openxmlformats.org/officeDocument/2006/relationships" xmlns:p="http://schemas.openxmlformats.org/presentationml/2006/main">
  <p:tag name="NUM" val="16"/>
</p:tagLst>
</file>

<file path=ppt/tags/tag19.xml><?xml version="1.0" encoding="utf-8"?>
<p:tagLst xmlns:a="http://schemas.openxmlformats.org/drawingml/2006/main" xmlns:r="http://schemas.openxmlformats.org/officeDocument/2006/relationships" xmlns:p="http://schemas.openxmlformats.org/presentationml/2006/main">
  <p:tag name="NUM" val="18"/>
</p:tagLst>
</file>

<file path=ppt/tags/tag20.xml><?xml version="1.0" encoding="utf-8"?>
<p:tagLst xmlns:a="http://schemas.openxmlformats.org/drawingml/2006/main" xmlns:r="http://schemas.openxmlformats.org/officeDocument/2006/relationships" xmlns:p="http://schemas.openxmlformats.org/presentationml/2006/main">
  <p:tag name="NUM" val="20"/>
</p:tagLst>
</file>

<file path=ppt/tags/tag21.xml><?xml version="1.0" encoding="utf-8"?>
<p:tagLst xmlns:a="http://schemas.openxmlformats.org/drawingml/2006/main" xmlns:r="http://schemas.openxmlformats.org/officeDocument/2006/relationships" xmlns:p="http://schemas.openxmlformats.org/presentationml/2006/main">
  <p:tag name="NUM" val="21"/>
</p:tagLst>
</file>

<file path=ppt/tags/tag22.xml><?xml version="1.0" encoding="utf-8"?>
<p:tagLst xmlns:a="http://schemas.openxmlformats.org/drawingml/2006/main" xmlns:r="http://schemas.openxmlformats.org/officeDocument/2006/relationships" xmlns:p="http://schemas.openxmlformats.org/presentationml/2006/main">
  <p:tag name="NUM" val="22"/>
</p:tagLst>
</file>

<file path=ppt/tags/tag23.xml><?xml version="1.0" encoding="utf-8"?>
<p:tagLst xmlns:a="http://schemas.openxmlformats.org/drawingml/2006/main" xmlns:r="http://schemas.openxmlformats.org/officeDocument/2006/relationships" xmlns:p="http://schemas.openxmlformats.org/presentationml/2006/main">
  <p:tag name="NUM" val="23"/>
</p:tagLst>
</file>

<file path=ppt/tags/tag24.xml><?xml version="1.0" encoding="utf-8"?>
<p:tagLst xmlns:a="http://schemas.openxmlformats.org/drawingml/2006/main" xmlns:r="http://schemas.openxmlformats.org/officeDocument/2006/relationships" xmlns:p="http://schemas.openxmlformats.org/presentationml/2006/main">
  <p:tag name="NUM" val="24"/>
</p:tagLst>
</file>

<file path=ppt/tags/tag25.xml><?xml version="1.0" encoding="utf-8"?>
<p:tagLst xmlns:a="http://schemas.openxmlformats.org/drawingml/2006/main" xmlns:r="http://schemas.openxmlformats.org/officeDocument/2006/relationships" xmlns:p="http://schemas.openxmlformats.org/presentationml/2006/main">
  <p:tag name="NUM" val="25"/>
</p:tagLst>
</file>

<file path=ppt/tags/tag26.xml><?xml version="1.0" encoding="utf-8"?>
<p:tagLst xmlns:a="http://schemas.openxmlformats.org/drawingml/2006/main" xmlns:r="http://schemas.openxmlformats.org/officeDocument/2006/relationships" xmlns:p="http://schemas.openxmlformats.org/presentationml/2006/main">
  <p:tag name="NUM" val="26"/>
</p:tagLst>
</file>

<file path=ppt/tags/tag27.xml><?xml version="1.0" encoding="utf-8"?>
<p:tagLst xmlns:a="http://schemas.openxmlformats.org/drawingml/2006/main" xmlns:r="http://schemas.openxmlformats.org/officeDocument/2006/relationships" xmlns:p="http://schemas.openxmlformats.org/presentationml/2006/main">
  <p:tag name="NUM" val="21"/>
</p:tagLst>
</file>

<file path=ppt/tags/tag28.xml><?xml version="1.0" encoding="utf-8"?>
<p:tagLst xmlns:a="http://schemas.openxmlformats.org/drawingml/2006/main" xmlns:r="http://schemas.openxmlformats.org/officeDocument/2006/relationships" xmlns:p="http://schemas.openxmlformats.org/presentationml/2006/main">
  <p:tag name="NUM" val="19"/>
</p:tagLst>
</file>

<file path=ppt/tags/tag29.xml><?xml version="1.0" encoding="utf-8"?>
<p:tagLst xmlns:a="http://schemas.openxmlformats.org/drawingml/2006/main" xmlns:r="http://schemas.openxmlformats.org/officeDocument/2006/relationships" xmlns:p="http://schemas.openxmlformats.org/presentationml/2006/main">
  <p:tag name="NUM" val="17"/>
</p:tagLst>
</file>

<file path=ppt/tags/tag30.xml><?xml version="1.0" encoding="utf-8"?>
<p:tagLst xmlns:a="http://schemas.openxmlformats.org/drawingml/2006/main" xmlns:r="http://schemas.openxmlformats.org/officeDocument/2006/relationships" xmlns:p="http://schemas.openxmlformats.org/presentationml/2006/main">
  <p:tag name="NUM" val="13"/>
</p:tagLst>
</file>

<file path=ppt/tags/tag31.xml><?xml version="1.0" encoding="utf-8"?>
<p:tagLst xmlns:a="http://schemas.openxmlformats.org/drawingml/2006/main" xmlns:r="http://schemas.openxmlformats.org/officeDocument/2006/relationships" xmlns:p="http://schemas.openxmlformats.org/presentationml/2006/main">
  <p:tag name="NUM" val="13"/>
</p:tagLst>
</file>

<file path=ppt/tags/tag32.xml><?xml version="1.0" encoding="utf-8"?>
<p:tagLst xmlns:a="http://schemas.openxmlformats.org/drawingml/2006/main" xmlns:r="http://schemas.openxmlformats.org/officeDocument/2006/relationships" xmlns:p="http://schemas.openxmlformats.org/presentationml/2006/main">
  <p:tag name="NUM" val="13"/>
</p:tagLst>
</file>

<file path=ppt/tags/tag33.xml><?xml version="1.0" encoding="utf-8"?>
<p:tagLst xmlns:a="http://schemas.openxmlformats.org/drawingml/2006/main" xmlns:r="http://schemas.openxmlformats.org/officeDocument/2006/relationships" xmlns:p="http://schemas.openxmlformats.org/presentationml/2006/main">
  <p:tag name="NUM" val="4"/>
</p:tagLst>
</file>

<file path=ppt/tags/tag34.xml><?xml version="1.0" encoding="utf-8"?>
<p:tagLst xmlns:a="http://schemas.openxmlformats.org/drawingml/2006/main" xmlns:r="http://schemas.openxmlformats.org/officeDocument/2006/relationships" xmlns:p="http://schemas.openxmlformats.org/presentationml/2006/main">
  <p:tag name="NUM" val="3"/>
</p:tagLst>
</file>

<file path=ppt/tags/tag35.xml><?xml version="1.0" encoding="utf-8"?>
<p:tagLst xmlns:a="http://schemas.openxmlformats.org/drawingml/2006/main" xmlns:r="http://schemas.openxmlformats.org/officeDocument/2006/relationships" xmlns:p="http://schemas.openxmlformats.org/presentationml/2006/main">
  <p:tag name="NUM" val="5"/>
</p:tagLst>
</file>

<file path=ppt/tags/tag36.xml><?xml version="1.0" encoding="utf-8"?>
<p:tagLst xmlns:a="http://schemas.openxmlformats.org/drawingml/2006/main" xmlns:r="http://schemas.openxmlformats.org/officeDocument/2006/relationships" xmlns:p="http://schemas.openxmlformats.org/presentationml/2006/main">
  <p:tag name="NUM" val="10"/>
</p:tagLst>
</file>

<file path=ppt/tags/tag37.xml><?xml version="1.0" encoding="utf-8"?>
<p:tagLst xmlns:a="http://schemas.openxmlformats.org/drawingml/2006/main" xmlns:r="http://schemas.openxmlformats.org/officeDocument/2006/relationships" xmlns:p="http://schemas.openxmlformats.org/presentationml/2006/main">
  <p:tag name="NUM" val="24"/>
</p:tagLst>
</file>

<file path=ppt/tags/tag38.xml><?xml version="1.0" encoding="utf-8"?>
<p:tagLst xmlns:a="http://schemas.openxmlformats.org/drawingml/2006/main" xmlns:r="http://schemas.openxmlformats.org/officeDocument/2006/relationships" xmlns:p="http://schemas.openxmlformats.org/presentationml/2006/main">
  <p:tag name="NUM" val="25"/>
</p:tagLst>
</file>

<file path=ppt/tags/tag39.xml><?xml version="1.0" encoding="utf-8"?>
<p:tagLst xmlns:a="http://schemas.openxmlformats.org/drawingml/2006/main" xmlns:r="http://schemas.openxmlformats.org/officeDocument/2006/relationships" xmlns:p="http://schemas.openxmlformats.org/presentationml/2006/main">
  <p:tag name="NUM" val="26"/>
</p:tagLst>
</file>

<file path=ppt/tags/tag40.xml><?xml version="1.0" encoding="utf-8"?>
<p:tagLst xmlns:a="http://schemas.openxmlformats.org/drawingml/2006/main" xmlns:r="http://schemas.openxmlformats.org/officeDocument/2006/relationships" xmlns:p="http://schemas.openxmlformats.org/presentationml/2006/main">
  <p:tag name="NUM" val="24"/>
</p:tagLst>
</file>

<file path=ppt/tags/tag41.xml><?xml version="1.0" encoding="utf-8"?>
<p:tagLst xmlns:a="http://schemas.openxmlformats.org/drawingml/2006/main" xmlns:r="http://schemas.openxmlformats.org/officeDocument/2006/relationships" xmlns:p="http://schemas.openxmlformats.org/presentationml/2006/main">
  <p:tag name="NUM" val="25"/>
</p:tagLst>
</file>

<file path=ppt/tags/tag42.xml><?xml version="1.0" encoding="utf-8"?>
<p:tagLst xmlns:a="http://schemas.openxmlformats.org/drawingml/2006/main" xmlns:r="http://schemas.openxmlformats.org/officeDocument/2006/relationships" xmlns:p="http://schemas.openxmlformats.org/presentationml/2006/main">
  <p:tag name="NUM" val="26"/>
</p:tagLst>
</file>

<file path=ppt/theme/theme1.xml><?xml version="1.0" encoding="utf-8"?>
<a:theme xmlns:a="http://schemas.openxmlformats.org/drawingml/2006/main" name="Thème Office">
  <a:themeElements>
    <a:clrScheme name="MHCCNA">
      <a:dk1>
        <a:srgbClr val="000000"/>
      </a:dk1>
      <a:lt1>
        <a:sysClr val="window" lastClr="FFFFFF"/>
      </a:lt1>
      <a:dk2>
        <a:srgbClr val="234A5D"/>
      </a:dk2>
      <a:lt2>
        <a:srgbClr val="7E93A7"/>
      </a:lt2>
      <a:accent1>
        <a:srgbClr val="E60000"/>
      </a:accent1>
      <a:accent2>
        <a:srgbClr val="A03223"/>
      </a:accent2>
      <a:accent3>
        <a:srgbClr val="FFBABA"/>
      </a:accent3>
      <a:accent4>
        <a:srgbClr val="BDCCD7"/>
      </a:accent4>
      <a:accent5>
        <a:srgbClr val="CECECE"/>
      </a:accent5>
      <a:accent6>
        <a:srgbClr val="712319"/>
      </a:accent6>
      <a:hlink>
        <a:srgbClr val="E60000"/>
      </a:hlink>
      <a:folHlink>
        <a:srgbClr val="B0C7D1"/>
      </a:folHlink>
    </a:clrScheme>
    <a:fontScheme name="MHCCNA">
      <a:majorFont>
        <a:latin typeface="Calibri"/>
        <a:ea typeface=""/>
        <a:cs typeface=""/>
      </a:majorFont>
      <a:minorFont>
        <a:latin typeface="Calibri Light"/>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Product-sheet-KHall_2025-V1-HB" id="{9F1FED73-44D4-4E96-9E34-8584C5DB316C}" vid="{807BF953-ECC7-4420-98E1-59C30C18A826}"/>
    </a:ext>
  </a:extLst>
</a:theme>
</file>

<file path=ppt/theme/theme2.xml><?xml version="1.0" encoding="utf-8"?>
<a:theme xmlns:a="http://schemas.openxmlformats.org/drawingml/2006/main" name="Thème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lcf76f155ced4ddcb4097134ff3c332f xmlns="453e6d4f-8cf7-464e-bfdf-5162297045af">
      <Terms xmlns="http://schemas.microsoft.com/office/infopath/2007/PartnerControls"/>
    </lcf76f155ced4ddcb4097134ff3c332f>
    <TaxCatchAll xmlns="47f04214-008e-4087-8e87-37a4b48276b8" xsi:nil="true"/>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Document" ma:contentTypeID="0x010100381CE0836E75D74CB66835CC3F92D61B" ma:contentTypeVersion="15" ma:contentTypeDescription="Crée un document." ma:contentTypeScope="" ma:versionID="2d13367ad0578f62c49d0e6b91517e9c">
  <xsd:schema xmlns:xsd="http://www.w3.org/2001/XMLSchema" xmlns:xs="http://www.w3.org/2001/XMLSchema" xmlns:p="http://schemas.microsoft.com/office/2006/metadata/properties" xmlns:ns2="453e6d4f-8cf7-464e-bfdf-5162297045af" xmlns:ns3="47f04214-008e-4087-8e87-37a4b48276b8" targetNamespace="http://schemas.microsoft.com/office/2006/metadata/properties" ma:root="true" ma:fieldsID="eff6f0dd897ede7a59bed34bf3ada1cc" ns2:_="" ns3:_="">
    <xsd:import namespace="453e6d4f-8cf7-464e-bfdf-5162297045af"/>
    <xsd:import namespace="47f04214-008e-4087-8e87-37a4b48276b8"/>
    <xsd:element name="properties">
      <xsd:complexType>
        <xsd:sequence>
          <xsd:element name="documentManagement">
            <xsd:complexType>
              <xsd:all>
                <xsd:element ref="ns2:MediaServiceMetadata" minOccurs="0"/>
                <xsd:element ref="ns2:MediaServiceFastMetadata" minOccurs="0"/>
                <xsd:element ref="ns2:MediaServiceObjectDetectorVersions" minOccurs="0"/>
                <xsd:element ref="ns2:lcf76f155ced4ddcb4097134ff3c332f" minOccurs="0"/>
                <xsd:element ref="ns3:TaxCatchAll" minOccurs="0"/>
                <xsd:element ref="ns2:MediaServiceDateTaken" minOccurs="0"/>
                <xsd:element ref="ns2:MediaServiceOCR" minOccurs="0"/>
                <xsd:element ref="ns2:MediaServiceGenerationTime" minOccurs="0"/>
                <xsd:element ref="ns2:MediaServiceEventHashCode" minOccurs="0"/>
                <xsd:element ref="ns3:SharedWithUsers" minOccurs="0"/>
                <xsd:element ref="ns3:SharedWithDetails" minOccurs="0"/>
                <xsd:element ref="ns2:MediaServiceLocation" minOccurs="0"/>
                <xsd:element ref="ns2:MediaLengthInSeconds" minOccurs="0"/>
                <xsd:element ref="ns2:MediaServiceSearchPropertie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453e6d4f-8cf7-464e-bfdf-5162297045af"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bjectDetectorVersions" ma:index="10" nillable="true" ma:displayName="MediaServiceObjectDetectorVersions" ma:hidden="true" ma:indexed="true" ma:internalName="MediaServiceObjectDetectorVersions" ma:readOnly="true">
      <xsd:simpleType>
        <xsd:restriction base="dms:Text"/>
      </xsd:simpleType>
    </xsd:element>
    <xsd:element name="lcf76f155ced4ddcb4097134ff3c332f" ma:index="12" nillable="true" ma:taxonomy="true" ma:internalName="lcf76f155ced4ddcb4097134ff3c332f" ma:taxonomyFieldName="MediaServiceImageTags" ma:displayName="Balises d’images" ma:readOnly="false" ma:fieldId="{5cf76f15-5ced-4ddc-b409-7134ff3c332f}" ma:taxonomyMulti="true" ma:sspId="f43e6210-2fa7-4e77-943a-e2e7fb6c882d" ma:termSetId="09814cd3-568e-fe90-9814-8d621ff8fb84" ma:anchorId="fba54fb3-c3e1-fe81-a776-ca4b69148c4d" ma:open="true" ma:isKeyword="false">
      <xsd:complexType>
        <xsd:sequence>
          <xsd:element ref="pc:Terms" minOccurs="0" maxOccurs="1"/>
        </xsd:sequence>
      </xsd:complexType>
    </xsd:element>
    <xsd:element name="MediaServiceDateTaken" ma:index="14" nillable="true" ma:displayName="MediaServiceDateTaken" ma:hidden="true" ma:indexed="true" ma:internalName="MediaServiceDateTaken" ma:readOnly="true">
      <xsd:simpleType>
        <xsd:restriction base="dms:Text"/>
      </xsd:simpleType>
    </xsd:element>
    <xsd:element name="MediaServiceOCR" ma:index="15" nillable="true" ma:displayName="Extracted Text" ma:internalName="MediaServiceOCR" ma:readOnly="true">
      <xsd:simpleType>
        <xsd:restriction base="dms:Note">
          <xsd:maxLength value="255"/>
        </xsd:restriction>
      </xsd:simpleType>
    </xsd:element>
    <xsd:element name="MediaServiceGenerationTime" ma:index="16" nillable="true" ma:displayName="MediaServiceGenerationTime" ma:hidden="true" ma:internalName="MediaServiceGenerationTime" ma:readOnly="true">
      <xsd:simpleType>
        <xsd:restriction base="dms:Text"/>
      </xsd:simpleType>
    </xsd:element>
    <xsd:element name="MediaServiceEventHashCode" ma:index="17" nillable="true" ma:displayName="MediaServiceEventHashCode" ma:hidden="true" ma:internalName="MediaServiceEventHashCode" ma:readOnly="true">
      <xsd:simpleType>
        <xsd:restriction base="dms:Text"/>
      </xsd:simpleType>
    </xsd:element>
    <xsd:element name="MediaServiceLocation" ma:index="20" nillable="true" ma:displayName="Location" ma:indexed="true" ma:internalName="MediaServiceLocation" ma:readOnly="true">
      <xsd:simpleType>
        <xsd:restriction base="dms:Text"/>
      </xsd:simpleType>
    </xsd:element>
    <xsd:element name="MediaLengthInSeconds" ma:index="21" nillable="true" ma:displayName="MediaLengthInSeconds" ma:hidden="true" ma:internalName="MediaLengthInSeconds" ma:readOnly="true">
      <xsd:simpleType>
        <xsd:restriction base="dms:Unknown"/>
      </xsd:simpleType>
    </xsd:element>
    <xsd:element name="MediaServiceSearchProperties" ma:index="22" nillable="true" ma:displayName="MediaServiceSearchProperties" ma:hidden="true" ma:internalName="MediaServiceSearchPropertie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47f04214-008e-4087-8e87-37a4b48276b8" elementFormDefault="qualified">
    <xsd:import namespace="http://schemas.microsoft.com/office/2006/documentManagement/types"/>
    <xsd:import namespace="http://schemas.microsoft.com/office/infopath/2007/PartnerControls"/>
    <xsd:element name="TaxCatchAll" ma:index="13" nillable="true" ma:displayName="Taxonomy Catch All Column" ma:hidden="true" ma:list="{3c154dc8-9501-43e4-b867-1c97e2268bf6}" ma:internalName="TaxCatchAll" ma:showField="CatchAllData" ma:web="47f04214-008e-4087-8e87-37a4b48276b8">
      <xsd:complexType>
        <xsd:complexContent>
          <xsd:extension base="dms:MultiChoiceLookup">
            <xsd:sequence>
              <xsd:element name="Value" type="dms:Lookup" maxOccurs="unbounded" minOccurs="0" nillable="true"/>
            </xsd:sequence>
          </xsd:extension>
        </xsd:complexContent>
      </xsd:complexType>
    </xsd:element>
    <xsd:element name="SharedWithUsers" ma:index="18" nillable="true" ma:displayName="Partagé avec"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9" nillable="true" ma:displayName="Partagé avec dé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Type de contenu"/>
        <xsd:element ref="dc:title" minOccurs="0" maxOccurs="1" ma:index="4" ma:displayName="Titr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70E48BBD-FBF4-4FC8-B74A-21E16412CDB0}">
  <ds:schemaRefs>
    <ds:schemaRef ds:uri="http://purl.org/dc/elements/1.1/"/>
    <ds:schemaRef ds:uri="http://purl.org/dc/terms/"/>
    <ds:schemaRef ds:uri="http://purl.org/dc/dcmitype/"/>
    <ds:schemaRef ds:uri="http://schemas.openxmlformats.org/package/2006/metadata/core-properties"/>
    <ds:schemaRef ds:uri="453e6d4f-8cf7-464e-bfdf-5162297045af"/>
    <ds:schemaRef ds:uri="47f04214-008e-4087-8e87-37a4b48276b8"/>
    <ds:schemaRef ds:uri="http://schemas.microsoft.com/office/2006/metadata/properties"/>
    <ds:schemaRef ds:uri="http://schemas.microsoft.com/office/2006/documentManagement/types"/>
    <ds:schemaRef ds:uri="http://schemas.microsoft.com/office/infopath/2007/PartnerControls"/>
    <ds:schemaRef ds:uri="http://www.w3.org/XML/1998/namespace"/>
  </ds:schemaRefs>
</ds:datastoreItem>
</file>

<file path=customXml/itemProps2.xml><?xml version="1.0" encoding="utf-8"?>
<ds:datastoreItem xmlns:ds="http://schemas.openxmlformats.org/officeDocument/2006/customXml" ds:itemID="{02FFA2B1-CBD3-4C2F-BB0B-B3B54280AEED}">
  <ds:schemaRefs>
    <ds:schemaRef ds:uri="http://schemas.microsoft.com/sharepoint/v3/contenttype/forms"/>
  </ds:schemaRefs>
</ds:datastoreItem>
</file>

<file path=customXml/itemProps3.xml><?xml version="1.0" encoding="utf-8"?>
<ds:datastoreItem xmlns:ds="http://schemas.openxmlformats.org/officeDocument/2006/customXml" ds:itemID="{9F8C23C2-887A-4ED5-A384-7E82B12371E3}">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453e6d4f-8cf7-464e-bfdf-5162297045af"/>
    <ds:schemaRef ds:uri="47f04214-008e-4087-8e87-37a4b48276b8"/>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Props/app.xml><?xml version="1.0" encoding="utf-8"?>
<Properties xmlns="http://schemas.openxmlformats.org/officeDocument/2006/extended-properties" xmlns:vt="http://schemas.openxmlformats.org/officeDocument/2006/docPropsVTypes">
  <Template>Product-sheet-KHall_2025-V1-HB</Template>
  <TotalTime>1643</TotalTime>
  <Words>334</Words>
  <Application>Microsoft Office PowerPoint</Application>
  <PresentationFormat>Widescreen</PresentationFormat>
  <Paragraphs>52</Paragraphs>
  <Slides>4</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4</vt:i4>
      </vt:variant>
    </vt:vector>
  </HeadingPairs>
  <TitlesOfParts>
    <vt:vector size="9" baseType="lpstr">
      <vt:lpstr>Arial</vt:lpstr>
      <vt:lpstr>Bahnschrift Condensed</vt:lpstr>
      <vt:lpstr>Calibri</vt:lpstr>
      <vt:lpstr>Calibri Light</vt:lpstr>
      <vt:lpstr>Thème Office</vt:lpstr>
      <vt:lpstr>Private Credit: Asset-Based Lending   Overview</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Hélianne Bruneau</dc:creator>
  <cp:lastModifiedBy>Sam Heng</cp:lastModifiedBy>
  <cp:revision>17</cp:revision>
  <dcterms:created xsi:type="dcterms:W3CDTF">2025-04-08T19:35:00Z</dcterms:created>
  <dcterms:modified xsi:type="dcterms:W3CDTF">2025-04-12T12:55:40Z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0x010100381CE0836E75D74CB66835CC3F92D61B</vt:lpwstr>
  </property>
</Properties>
</file>