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"/>
  </p:notesMasterIdLst>
  <p:sldIdLst>
    <p:sldId id="256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93A7"/>
    <a:srgbClr val="688098"/>
    <a:srgbClr val="8DA0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D3A72C-BA34-4609-98F8-A91DF4734119}" v="3" dt="2025-04-10T18:19:48.2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44" y="32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ienne Duclos" userId="8ca5b2b2-b8fe-4085-b083-ac4f065c315e" providerId="ADAL" clId="{A1D3A72C-BA34-4609-98F8-A91DF4734119}"/>
    <pc:docChg chg="undo redo custSel addSld delSld modSld">
      <pc:chgData name="Etienne Duclos" userId="8ca5b2b2-b8fe-4085-b083-ac4f065c315e" providerId="ADAL" clId="{A1D3A72C-BA34-4609-98F8-A91DF4734119}" dt="2025-04-10T18:32:21.195" v="388" actId="404"/>
      <pc:docMkLst>
        <pc:docMk/>
      </pc:docMkLst>
      <pc:sldChg chg="modSp mod">
        <pc:chgData name="Etienne Duclos" userId="8ca5b2b2-b8fe-4085-b083-ac4f065c315e" providerId="ADAL" clId="{A1D3A72C-BA34-4609-98F8-A91DF4734119}" dt="2025-04-10T18:24:53.186" v="376" actId="1036"/>
        <pc:sldMkLst>
          <pc:docMk/>
          <pc:sldMk cId="193234696" sldId="256"/>
        </pc:sldMkLst>
        <pc:spChg chg="mod">
          <ac:chgData name="Etienne Duclos" userId="8ca5b2b2-b8fe-4085-b083-ac4f065c315e" providerId="ADAL" clId="{A1D3A72C-BA34-4609-98F8-A91DF4734119}" dt="2025-04-10T18:24:53.186" v="376" actId="1036"/>
          <ac:spMkLst>
            <pc:docMk/>
            <pc:sldMk cId="193234696" sldId="256"/>
            <ac:spMk id="6" creationId="{A6460A9F-998D-5DF1-2330-0ABACC121584}"/>
          </ac:spMkLst>
        </pc:spChg>
      </pc:sldChg>
      <pc:sldChg chg="del">
        <pc:chgData name="Etienne Duclos" userId="8ca5b2b2-b8fe-4085-b083-ac4f065c315e" providerId="ADAL" clId="{A1D3A72C-BA34-4609-98F8-A91DF4734119}" dt="2025-04-10T14:59:41.624" v="0" actId="47"/>
        <pc:sldMkLst>
          <pc:docMk/>
          <pc:sldMk cId="3233244242" sldId="259"/>
        </pc:sldMkLst>
      </pc:sldChg>
      <pc:sldChg chg="del">
        <pc:chgData name="Etienne Duclos" userId="8ca5b2b2-b8fe-4085-b083-ac4f065c315e" providerId="ADAL" clId="{A1D3A72C-BA34-4609-98F8-A91DF4734119}" dt="2025-04-10T14:59:41.624" v="0" actId="47"/>
        <pc:sldMkLst>
          <pc:docMk/>
          <pc:sldMk cId="3349701449" sldId="260"/>
        </pc:sldMkLst>
      </pc:sldChg>
      <pc:sldChg chg="del">
        <pc:chgData name="Etienne Duclos" userId="8ca5b2b2-b8fe-4085-b083-ac4f065c315e" providerId="ADAL" clId="{A1D3A72C-BA34-4609-98F8-A91DF4734119}" dt="2025-04-10T14:59:41.624" v="0" actId="47"/>
        <pc:sldMkLst>
          <pc:docMk/>
          <pc:sldMk cId="2125558270" sldId="261"/>
        </pc:sldMkLst>
      </pc:sldChg>
      <pc:sldChg chg="modSp del mod">
        <pc:chgData name="Etienne Duclos" userId="8ca5b2b2-b8fe-4085-b083-ac4f065c315e" providerId="ADAL" clId="{A1D3A72C-BA34-4609-98F8-A91DF4734119}" dt="2025-04-10T18:30:16.943" v="387" actId="47"/>
        <pc:sldMkLst>
          <pc:docMk/>
          <pc:sldMk cId="702994919" sldId="262"/>
        </pc:sldMkLst>
        <pc:spChg chg="mod">
          <ac:chgData name="Etienne Duclos" userId="8ca5b2b2-b8fe-4085-b083-ac4f065c315e" providerId="ADAL" clId="{A1D3A72C-BA34-4609-98F8-A91DF4734119}" dt="2025-04-10T18:27:40.059" v="381" actId="20577"/>
          <ac:spMkLst>
            <pc:docMk/>
            <pc:sldMk cId="702994919" sldId="262"/>
            <ac:spMk id="23" creationId="{562CA3C9-2ADE-436E-E4DB-C10C96A1E516}"/>
          </ac:spMkLst>
        </pc:spChg>
      </pc:sldChg>
      <pc:sldChg chg="addSp delSp modSp add mod">
        <pc:chgData name="Etienne Duclos" userId="8ca5b2b2-b8fe-4085-b083-ac4f065c315e" providerId="ADAL" clId="{A1D3A72C-BA34-4609-98F8-A91DF4734119}" dt="2025-04-10T18:32:21.195" v="388" actId="404"/>
        <pc:sldMkLst>
          <pc:docMk/>
          <pc:sldMk cId="2382162226" sldId="263"/>
        </pc:sldMkLst>
        <pc:spChg chg="mod">
          <ac:chgData name="Etienne Duclos" userId="8ca5b2b2-b8fe-4085-b083-ac4f065c315e" providerId="ADAL" clId="{A1D3A72C-BA34-4609-98F8-A91DF4734119}" dt="2025-04-10T18:13:53.476" v="31" actId="1036"/>
          <ac:spMkLst>
            <pc:docMk/>
            <pc:sldMk cId="2382162226" sldId="263"/>
            <ac:spMk id="20" creationId="{DDACDAD3-11B9-8373-702F-4DAB1B7E5E8F}"/>
          </ac:spMkLst>
        </pc:spChg>
        <pc:spChg chg="mod ord">
          <ac:chgData name="Etienne Duclos" userId="8ca5b2b2-b8fe-4085-b083-ac4f065c315e" providerId="ADAL" clId="{A1D3A72C-BA34-4609-98F8-A91DF4734119}" dt="2025-04-10T18:15:02.977" v="184" actId="166"/>
          <ac:spMkLst>
            <pc:docMk/>
            <pc:sldMk cId="2382162226" sldId="263"/>
            <ac:spMk id="21" creationId="{2288A4FD-EE32-BF2C-BC75-F298F4DDC553}"/>
          </ac:spMkLst>
        </pc:spChg>
        <pc:spChg chg="mod">
          <ac:chgData name="Etienne Duclos" userId="8ca5b2b2-b8fe-4085-b083-ac4f065c315e" providerId="ADAL" clId="{A1D3A72C-BA34-4609-98F8-A91DF4734119}" dt="2025-04-10T18:14:03.701" v="78" actId="1035"/>
          <ac:spMkLst>
            <pc:docMk/>
            <pc:sldMk cId="2382162226" sldId="263"/>
            <ac:spMk id="22" creationId="{02470D00-94D6-CCEE-D8F0-AC051EE69ABF}"/>
          </ac:spMkLst>
        </pc:spChg>
        <pc:spChg chg="mod">
          <ac:chgData name="Etienne Duclos" userId="8ca5b2b2-b8fe-4085-b083-ac4f065c315e" providerId="ADAL" clId="{A1D3A72C-BA34-4609-98F8-A91DF4734119}" dt="2025-04-10T18:30:10.085" v="386" actId="20577"/>
          <ac:spMkLst>
            <pc:docMk/>
            <pc:sldMk cId="2382162226" sldId="263"/>
            <ac:spMk id="23" creationId="{ECB8A372-6015-D65C-A45F-873FB283F4CE}"/>
          </ac:spMkLst>
        </pc:spChg>
        <pc:spChg chg="mod">
          <ac:chgData name="Etienne Duclos" userId="8ca5b2b2-b8fe-4085-b083-ac4f065c315e" providerId="ADAL" clId="{A1D3A72C-BA34-4609-98F8-A91DF4734119}" dt="2025-04-10T18:14:25.423" v="134" actId="1036"/>
          <ac:spMkLst>
            <pc:docMk/>
            <pc:sldMk cId="2382162226" sldId="263"/>
            <ac:spMk id="25" creationId="{C6EC2D21-AA55-0F7D-EBA4-BFB9C3718200}"/>
          </ac:spMkLst>
        </pc:spChg>
        <pc:spChg chg="mod">
          <ac:chgData name="Etienne Duclos" userId="8ca5b2b2-b8fe-4085-b083-ac4f065c315e" providerId="ADAL" clId="{A1D3A72C-BA34-4609-98F8-A91DF4734119}" dt="2025-04-10T18:18:49.202" v="321" actId="404"/>
          <ac:spMkLst>
            <pc:docMk/>
            <pc:sldMk cId="2382162226" sldId="263"/>
            <ac:spMk id="26" creationId="{1AA48730-47AD-5FB5-82DB-A6D28D0E4573}"/>
          </ac:spMkLst>
        </pc:spChg>
        <pc:spChg chg="mod">
          <ac:chgData name="Etienne Duclos" userId="8ca5b2b2-b8fe-4085-b083-ac4f065c315e" providerId="ADAL" clId="{A1D3A72C-BA34-4609-98F8-A91DF4734119}" dt="2025-04-10T18:14:42.470" v="173" actId="14100"/>
          <ac:spMkLst>
            <pc:docMk/>
            <pc:sldMk cId="2382162226" sldId="263"/>
            <ac:spMk id="27" creationId="{0FC5B71D-96FA-39FA-7565-7CE12D6A8DE9}"/>
          </ac:spMkLst>
        </pc:spChg>
        <pc:spChg chg="add mod">
          <ac:chgData name="Etienne Duclos" userId="8ca5b2b2-b8fe-4085-b083-ac4f065c315e" providerId="ADAL" clId="{A1D3A72C-BA34-4609-98F8-A91DF4734119}" dt="2025-04-10T18:32:21.195" v="388" actId="404"/>
          <ac:spMkLst>
            <pc:docMk/>
            <pc:sldMk cId="2382162226" sldId="263"/>
            <ac:spMk id="30" creationId="{808727BB-B449-5ABC-3E83-88C6D1E45233}"/>
          </ac:spMkLst>
        </pc:spChg>
        <pc:spChg chg="mod">
          <ac:chgData name="Etienne Duclos" userId="8ca5b2b2-b8fe-4085-b083-ac4f065c315e" providerId="ADAL" clId="{A1D3A72C-BA34-4609-98F8-A91DF4734119}" dt="2025-04-10T18:20:25.080" v="365" actId="20577"/>
          <ac:spMkLst>
            <pc:docMk/>
            <pc:sldMk cId="2382162226" sldId="263"/>
            <ac:spMk id="33" creationId="{771AD432-4D15-FAD7-083F-B228495D5738}"/>
          </ac:spMkLst>
        </pc:spChg>
        <pc:spChg chg="mod">
          <ac:chgData name="Etienne Duclos" userId="8ca5b2b2-b8fe-4085-b083-ac4f065c315e" providerId="ADAL" clId="{A1D3A72C-BA34-4609-98F8-A91DF4734119}" dt="2025-04-10T18:19:55.947" v="336" actId="20577"/>
          <ac:spMkLst>
            <pc:docMk/>
            <pc:sldMk cId="2382162226" sldId="263"/>
            <ac:spMk id="35" creationId="{A71C9535-30E2-E1E9-AEDF-184F8827E970}"/>
          </ac:spMkLst>
        </pc:spChg>
        <pc:spChg chg="mod">
          <ac:chgData name="Etienne Duclos" userId="8ca5b2b2-b8fe-4085-b083-ac4f065c315e" providerId="ADAL" clId="{A1D3A72C-BA34-4609-98F8-A91DF4734119}" dt="2025-04-10T18:17:20.454" v="278" actId="1035"/>
          <ac:spMkLst>
            <pc:docMk/>
            <pc:sldMk cId="2382162226" sldId="263"/>
            <ac:spMk id="37" creationId="{F6EB555E-D34A-410E-B4C9-9D5338408EF1}"/>
          </ac:spMkLst>
        </pc:spChg>
        <pc:spChg chg="mod">
          <ac:chgData name="Etienne Duclos" userId="8ca5b2b2-b8fe-4085-b083-ac4f065c315e" providerId="ADAL" clId="{A1D3A72C-BA34-4609-98F8-A91DF4734119}" dt="2025-04-10T18:19:20.310" v="327" actId="255"/>
          <ac:spMkLst>
            <pc:docMk/>
            <pc:sldMk cId="2382162226" sldId="263"/>
            <ac:spMk id="38" creationId="{CC31AFEA-2D18-2193-53CA-08007A310ADE}"/>
          </ac:spMkLst>
        </pc:spChg>
        <pc:spChg chg="mod">
          <ac:chgData name="Etienne Duclos" userId="8ca5b2b2-b8fe-4085-b083-ac4f065c315e" providerId="ADAL" clId="{A1D3A72C-BA34-4609-98F8-A91DF4734119}" dt="2025-04-10T18:17:20.454" v="278" actId="1035"/>
          <ac:spMkLst>
            <pc:docMk/>
            <pc:sldMk cId="2382162226" sldId="263"/>
            <ac:spMk id="39" creationId="{E76FC342-B4E9-58AC-5378-94E2DC576E6D}"/>
          </ac:spMkLst>
        </pc:spChg>
        <pc:spChg chg="mod">
          <ac:chgData name="Etienne Duclos" userId="8ca5b2b2-b8fe-4085-b083-ac4f065c315e" providerId="ADAL" clId="{A1D3A72C-BA34-4609-98F8-A91DF4734119}" dt="2025-04-10T18:17:25.094" v="279" actId="14100"/>
          <ac:spMkLst>
            <pc:docMk/>
            <pc:sldMk cId="2382162226" sldId="263"/>
            <ac:spMk id="40" creationId="{CC07938C-9C4E-656D-797D-AF2E898F0291}"/>
          </ac:spMkLst>
        </pc:spChg>
        <pc:spChg chg="mod">
          <ac:chgData name="Etienne Duclos" userId="8ca5b2b2-b8fe-4085-b083-ac4f065c315e" providerId="ADAL" clId="{A1D3A72C-BA34-4609-98F8-A91DF4734119}" dt="2025-04-10T18:19:20.310" v="327" actId="255"/>
          <ac:spMkLst>
            <pc:docMk/>
            <pc:sldMk cId="2382162226" sldId="263"/>
            <ac:spMk id="41" creationId="{EC63EE62-37A2-A537-1358-4EEE7AAF7920}"/>
          </ac:spMkLst>
        </pc:spChg>
        <pc:spChg chg="mod">
          <ac:chgData name="Etienne Duclos" userId="8ca5b2b2-b8fe-4085-b083-ac4f065c315e" providerId="ADAL" clId="{A1D3A72C-BA34-4609-98F8-A91DF4734119}" dt="2025-04-10T18:19:20.310" v="327" actId="255"/>
          <ac:spMkLst>
            <pc:docMk/>
            <pc:sldMk cId="2382162226" sldId="263"/>
            <ac:spMk id="42" creationId="{9AEC2A76-0B14-FD7F-8B64-A18CE2601B4C}"/>
          </ac:spMkLst>
        </pc:spChg>
        <pc:spChg chg="add mod">
          <ac:chgData name="Etienne Duclos" userId="8ca5b2b2-b8fe-4085-b083-ac4f065c315e" providerId="ADAL" clId="{A1D3A72C-BA34-4609-98F8-A91DF4734119}" dt="2025-04-10T18:17:49.208" v="281"/>
          <ac:spMkLst>
            <pc:docMk/>
            <pc:sldMk cId="2382162226" sldId="263"/>
            <ac:spMk id="44" creationId="{045B3749-BD1A-E40B-E3AE-E2297FED2D81}"/>
          </ac:spMkLst>
        </pc:spChg>
        <pc:grpChg chg="mod">
          <ac:chgData name="Etienne Duclos" userId="8ca5b2b2-b8fe-4085-b083-ac4f065c315e" providerId="ADAL" clId="{A1D3A72C-BA34-4609-98F8-A91DF4734119}" dt="2025-04-10T18:14:15.494" v="118" actId="1036"/>
          <ac:grpSpMkLst>
            <pc:docMk/>
            <pc:sldMk cId="2382162226" sldId="263"/>
            <ac:grpSpMk id="2" creationId="{26DD5D10-0D6A-7FE0-B67B-ABEFF2911CB2}"/>
          </ac:grpSpMkLst>
        </pc:grpChg>
        <pc:grpChg chg="mod">
          <ac:chgData name="Etienne Duclos" userId="8ca5b2b2-b8fe-4085-b083-ac4f065c315e" providerId="ADAL" clId="{A1D3A72C-BA34-4609-98F8-A91DF4734119}" dt="2025-04-10T18:14:03.701" v="78" actId="1035"/>
          <ac:grpSpMkLst>
            <pc:docMk/>
            <pc:sldMk cId="2382162226" sldId="263"/>
            <ac:grpSpMk id="5" creationId="{072A285A-B4C1-5A61-0AC1-264E6EDFD1F6}"/>
          </ac:grpSpMkLst>
        </pc:grpChg>
        <pc:grpChg chg="mod">
          <ac:chgData name="Etienne Duclos" userId="8ca5b2b2-b8fe-4085-b083-ac4f065c315e" providerId="ADAL" clId="{A1D3A72C-BA34-4609-98F8-A91DF4734119}" dt="2025-04-10T18:13:53.476" v="31" actId="1036"/>
          <ac:grpSpMkLst>
            <pc:docMk/>
            <pc:sldMk cId="2382162226" sldId="263"/>
            <ac:grpSpMk id="12" creationId="{7EF9A279-7F2B-92B1-7EA5-3AFA913E20F8}"/>
          </ac:grpSpMkLst>
        </pc:grpChg>
        <pc:grpChg chg="mod ord">
          <ac:chgData name="Etienne Duclos" userId="8ca5b2b2-b8fe-4085-b083-ac4f065c315e" providerId="ADAL" clId="{A1D3A72C-BA34-4609-98F8-A91DF4734119}" dt="2025-04-10T18:15:02.977" v="184" actId="166"/>
          <ac:grpSpMkLst>
            <pc:docMk/>
            <pc:sldMk cId="2382162226" sldId="263"/>
            <ac:grpSpMk id="15" creationId="{9091222C-72BE-B791-6969-1A8E19925C72}"/>
          </ac:grpSpMkLst>
        </pc:grpChg>
        <pc:picChg chg="del">
          <ac:chgData name="Etienne Duclos" userId="8ca5b2b2-b8fe-4085-b083-ac4f065c315e" providerId="ADAL" clId="{A1D3A72C-BA34-4609-98F8-A91DF4734119}" dt="2025-04-10T18:17:38.438" v="280" actId="478"/>
          <ac:picMkLst>
            <pc:docMk/>
            <pc:sldMk cId="2382162226" sldId="263"/>
            <ac:picMk id="31" creationId="{C5D4E86D-B328-3BF1-0561-330908CE79CF}"/>
          </ac:picMkLst>
        </pc:picChg>
        <pc:picChg chg="add mod">
          <ac:chgData name="Etienne Duclos" userId="8ca5b2b2-b8fe-4085-b083-ac4f065c315e" providerId="ADAL" clId="{A1D3A72C-BA34-4609-98F8-A91DF4734119}" dt="2025-04-10T18:17:49.208" v="281"/>
          <ac:picMkLst>
            <pc:docMk/>
            <pc:sldMk cId="2382162226" sldId="263"/>
            <ac:picMk id="45" creationId="{D0AF9F9E-2BD8-F14B-3E1B-16F077D8A9EE}"/>
          </ac:picMkLst>
        </pc:picChg>
      </pc:sldChg>
      <pc:sldChg chg="del">
        <pc:chgData name="Etienne Duclos" userId="8ca5b2b2-b8fe-4085-b083-ac4f065c315e" providerId="ADAL" clId="{A1D3A72C-BA34-4609-98F8-A91DF4734119}" dt="2025-04-10T14:59:41.624" v="0" actId="47"/>
        <pc:sldMkLst>
          <pc:docMk/>
          <pc:sldMk cId="2688448925" sldId="266"/>
        </pc:sldMkLst>
      </pc:sldChg>
      <pc:sldChg chg="del">
        <pc:chgData name="Etienne Duclos" userId="8ca5b2b2-b8fe-4085-b083-ac4f065c315e" providerId="ADAL" clId="{A1D3A72C-BA34-4609-98F8-A91DF4734119}" dt="2025-04-10T14:59:41.624" v="0" actId="47"/>
        <pc:sldMkLst>
          <pc:docMk/>
          <pc:sldMk cId="2977600131" sldId="267"/>
        </pc:sldMkLst>
      </pc:sldChg>
      <pc:sldChg chg="del">
        <pc:chgData name="Etienne Duclos" userId="8ca5b2b2-b8fe-4085-b083-ac4f065c315e" providerId="ADAL" clId="{A1D3A72C-BA34-4609-98F8-A91DF4734119}" dt="2025-04-10T14:59:41.624" v="0" actId="47"/>
        <pc:sldMkLst>
          <pc:docMk/>
          <pc:sldMk cId="2205021894" sldId="268"/>
        </pc:sldMkLst>
      </pc:sldChg>
      <pc:sldChg chg="del">
        <pc:chgData name="Etienne Duclos" userId="8ca5b2b2-b8fe-4085-b083-ac4f065c315e" providerId="ADAL" clId="{A1D3A72C-BA34-4609-98F8-A91DF4734119}" dt="2025-04-10T14:59:41.624" v="0" actId="47"/>
        <pc:sldMkLst>
          <pc:docMk/>
          <pc:sldMk cId="625001781" sldId="269"/>
        </pc:sldMkLst>
      </pc:sldChg>
      <pc:sldChg chg="del">
        <pc:chgData name="Etienne Duclos" userId="8ca5b2b2-b8fe-4085-b083-ac4f065c315e" providerId="ADAL" clId="{A1D3A72C-BA34-4609-98F8-A91DF4734119}" dt="2025-04-10T14:59:41.624" v="0" actId="47"/>
        <pc:sldMkLst>
          <pc:docMk/>
          <pc:sldMk cId="3537113621" sldId="270"/>
        </pc:sldMkLst>
      </pc:sldChg>
      <pc:sldChg chg="del">
        <pc:chgData name="Etienne Duclos" userId="8ca5b2b2-b8fe-4085-b083-ac4f065c315e" providerId="ADAL" clId="{A1D3A72C-BA34-4609-98F8-A91DF4734119}" dt="2025-04-10T14:59:41.624" v="0" actId="47"/>
        <pc:sldMkLst>
          <pc:docMk/>
          <pc:sldMk cId="3686358134" sldId="271"/>
        </pc:sldMkLst>
      </pc:sldChg>
      <pc:sldChg chg="del">
        <pc:chgData name="Etienne Duclos" userId="8ca5b2b2-b8fe-4085-b083-ac4f065c315e" providerId="ADAL" clId="{A1D3A72C-BA34-4609-98F8-A91DF4734119}" dt="2025-04-10T14:59:41.624" v="0" actId="47"/>
        <pc:sldMkLst>
          <pc:docMk/>
          <pc:sldMk cId="1724793725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85C0B3-4567-421B-A274-21EB88CBBE0B}" type="datetimeFigureOut">
              <a:rPr lang="en-US" smtClean="0"/>
              <a:t>4/10/2025</a:t>
            </a:fld>
            <a:endParaRPr lang="en-US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2E945C-BB44-4E36-8C98-BFEBF50C1FA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106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- cover - 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re 1">
            <a:extLst>
              <a:ext uri="{FF2B5EF4-FFF2-40B4-BE49-F238E27FC236}">
                <a16:creationId xmlns:a16="http://schemas.microsoft.com/office/drawing/2014/main" id="{246D2032-6EB1-AA38-9C03-4EC05745DFE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9641" y="2781300"/>
            <a:ext cx="4940559" cy="2209800"/>
          </a:xfrm>
          <a:prstGeom prst="rect">
            <a:avLst/>
          </a:prstGeom>
          <a:noFill/>
        </p:spPr>
        <p:txBody>
          <a:bodyPr lIns="360000" tIns="360000" rIns="360000" bIns="360000" anchor="t"/>
          <a:lstStyle>
            <a:lvl1pPr algn="l">
              <a:defRPr sz="5000">
                <a:solidFill>
                  <a:schemeClr val="bg2"/>
                </a:solidFill>
              </a:defRPr>
            </a:lvl1pPr>
          </a:lstStyle>
          <a:p>
            <a:r>
              <a:rPr lang="en-US"/>
              <a:t>Change the style of the title</a:t>
            </a:r>
            <a:endParaRPr lang="en-US" dirty="0"/>
          </a:p>
        </p:txBody>
      </p:sp>
      <p:sp>
        <p:nvSpPr>
          <p:cNvPr id="38" name="Sous-titre 2">
            <a:extLst>
              <a:ext uri="{FF2B5EF4-FFF2-40B4-BE49-F238E27FC236}">
                <a16:creationId xmlns:a16="http://schemas.microsoft.com/office/drawing/2014/main" id="{C7ACC6BC-9944-C510-373F-4D648FABA85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641" y="4992174"/>
            <a:ext cx="4940559" cy="1439210"/>
          </a:xfrm>
          <a:prstGeom prst="rect">
            <a:avLst/>
          </a:prstGeom>
          <a:noFill/>
        </p:spPr>
        <p:txBody>
          <a:bodyPr lIns="360000" tIns="360000" rIns="360000" bIns="0" anchor="b"/>
          <a:lstStyle>
            <a:lvl1pPr marL="0" indent="0" algn="l">
              <a:buNone/>
              <a:defRPr sz="24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Change the style of the mask subtitles</a:t>
            </a:r>
            <a:endParaRPr lang="en-US" dirty="0"/>
          </a:p>
        </p:txBody>
      </p:sp>
      <p:pic>
        <p:nvPicPr>
          <p:cNvPr id="39" name="Image 38">
            <a:extLst>
              <a:ext uri="{FF2B5EF4-FFF2-40B4-BE49-F238E27FC236}">
                <a16:creationId xmlns:a16="http://schemas.microsoft.com/office/drawing/2014/main" id="{4FB53285-AF96-6D5A-578C-081FDFA3D2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7888" y="322057"/>
            <a:ext cx="4530010" cy="1013184"/>
          </a:xfrm>
          <a:prstGeom prst="rect">
            <a:avLst/>
          </a:prstGeom>
        </p:spPr>
      </p:pic>
      <p:pic>
        <p:nvPicPr>
          <p:cNvPr id="40" name="Graphique 39">
            <a:extLst>
              <a:ext uri="{FF2B5EF4-FFF2-40B4-BE49-F238E27FC236}">
                <a16:creationId xmlns:a16="http://schemas.microsoft.com/office/drawing/2014/main" id="{19A63CAE-D959-E7CF-EEE5-3F5CEE43B43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93502" y="4838581"/>
            <a:ext cx="1592804" cy="1592803"/>
          </a:xfrm>
          <a:prstGeom prst="rect">
            <a:avLst/>
          </a:prstGeom>
        </p:spPr>
      </p:pic>
      <p:pic>
        <p:nvPicPr>
          <p:cNvPr id="41" name="Graphique 40">
            <a:extLst>
              <a:ext uri="{FF2B5EF4-FFF2-40B4-BE49-F238E27FC236}">
                <a16:creationId xmlns:a16="http://schemas.microsoft.com/office/drawing/2014/main" id="{0DA2037C-70D4-08BC-5BB4-3AAB77063B7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93502" y="3100648"/>
            <a:ext cx="1592804" cy="1592803"/>
          </a:xfrm>
          <a:prstGeom prst="rect">
            <a:avLst/>
          </a:prstGeom>
        </p:spPr>
      </p:pic>
      <p:pic>
        <p:nvPicPr>
          <p:cNvPr id="42" name="Graphique 41">
            <a:extLst>
              <a:ext uri="{FF2B5EF4-FFF2-40B4-BE49-F238E27FC236}">
                <a16:creationId xmlns:a16="http://schemas.microsoft.com/office/drawing/2014/main" id="{806D06F9-7021-A252-08E3-84D25422BDA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29555" y="4838581"/>
            <a:ext cx="1592804" cy="1592803"/>
          </a:xfrm>
          <a:prstGeom prst="rect">
            <a:avLst/>
          </a:prstGeom>
        </p:spPr>
      </p:pic>
      <p:pic>
        <p:nvPicPr>
          <p:cNvPr id="43" name="Graphique 42">
            <a:extLst>
              <a:ext uri="{FF2B5EF4-FFF2-40B4-BE49-F238E27FC236}">
                <a16:creationId xmlns:a16="http://schemas.microsoft.com/office/drawing/2014/main" id="{5940BCC3-C3B3-9039-4AB4-C1971BA7E7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29555" y="3100648"/>
            <a:ext cx="1592804" cy="1592803"/>
          </a:xfrm>
          <a:prstGeom prst="rect">
            <a:avLst/>
          </a:prstGeom>
        </p:spPr>
      </p:pic>
      <p:sp>
        <p:nvSpPr>
          <p:cNvPr id="44" name="Espace réservé pour une image  18">
            <a:extLst>
              <a:ext uri="{FF2B5EF4-FFF2-40B4-BE49-F238E27FC236}">
                <a16:creationId xmlns:a16="http://schemas.microsoft.com/office/drawing/2014/main" id="{8021CF9D-D2ED-B291-9CE1-EE3F2AE989C9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8544882" y="3252027"/>
            <a:ext cx="1290045" cy="1290045"/>
          </a:xfrm>
          <a:prstGeom prst="roundRect">
            <a:avLst>
              <a:gd name="adj" fmla="val 8647"/>
            </a:avLst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Click icon to add picture</a:t>
            </a:r>
            <a:endParaRPr lang="en-CA" dirty="0"/>
          </a:p>
        </p:txBody>
      </p:sp>
      <p:pic>
        <p:nvPicPr>
          <p:cNvPr id="45" name="Graphique 44">
            <a:extLst>
              <a:ext uri="{FF2B5EF4-FFF2-40B4-BE49-F238E27FC236}">
                <a16:creationId xmlns:a16="http://schemas.microsoft.com/office/drawing/2014/main" id="{C0DCF638-D783-DAD9-C2C4-3E988DB444C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29555" y="1362715"/>
            <a:ext cx="1592804" cy="1592803"/>
          </a:xfrm>
          <a:prstGeom prst="rect">
            <a:avLst/>
          </a:prstGeom>
        </p:spPr>
      </p:pic>
      <p:pic>
        <p:nvPicPr>
          <p:cNvPr id="46" name="Graphique 45">
            <a:extLst>
              <a:ext uri="{FF2B5EF4-FFF2-40B4-BE49-F238E27FC236}">
                <a16:creationId xmlns:a16="http://schemas.microsoft.com/office/drawing/2014/main" id="{5404ABE1-4F3E-265D-F710-89436939EE9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57449" y="4838581"/>
            <a:ext cx="1592804" cy="1592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675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- cover - 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5E3941FB-BD47-4E2D-A65B-ECB8A32F4D7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163638"/>
            <a:ext cx="12192000" cy="5694362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B25B8D23-EBCC-42C3-B6E5-754CF42CC0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9641" y="2781300"/>
            <a:ext cx="4940559" cy="2209800"/>
          </a:xfrm>
          <a:prstGeom prst="rect">
            <a:avLst/>
          </a:prstGeom>
          <a:solidFill>
            <a:schemeClr val="bg2"/>
          </a:solidFill>
        </p:spPr>
        <p:txBody>
          <a:bodyPr lIns="360000" tIns="360000" rIns="360000" bIns="360000" anchor="ctr"/>
          <a:lstStyle>
            <a:lvl1pPr algn="l"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ous-titre 2">
            <a:extLst>
              <a:ext uri="{FF2B5EF4-FFF2-40B4-BE49-F238E27FC236}">
                <a16:creationId xmlns:a16="http://schemas.microsoft.com/office/drawing/2014/main" id="{365E2AF0-1E25-4CAA-930E-55C1C448AD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9641" y="4992174"/>
            <a:ext cx="4940559" cy="1439210"/>
          </a:xfrm>
          <a:prstGeom prst="rect">
            <a:avLst/>
          </a:prstGeom>
          <a:solidFill>
            <a:schemeClr val="bg2"/>
          </a:solidFill>
        </p:spPr>
        <p:txBody>
          <a:bodyPr lIns="360000" tIns="360000" rIns="360000" bIns="360000" anchor="t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28DB4542-6795-46FA-8206-77BFA8E9F8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7888" y="112452"/>
            <a:ext cx="4530010" cy="101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294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BF02C0-59AF-4611-9B8C-7D137DCF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900" y="971806"/>
            <a:ext cx="2923367" cy="1876169"/>
          </a:xfrm>
          <a:prstGeom prst="rect">
            <a:avLst/>
          </a:prstGeom>
          <a:noFill/>
        </p:spPr>
        <p:txBody>
          <a:bodyPr lIns="216000" tIns="36000" rIns="216000" bIns="180000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DEA4E8-6294-44D3-B0D9-41A923625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3325" y="971809"/>
            <a:ext cx="8133693" cy="5205153"/>
          </a:xfrm>
          <a:prstGeom prst="rect">
            <a:avLst/>
          </a:prstGeom>
        </p:spPr>
        <p:txBody>
          <a:bodyPr lIns="180000" tIns="180000" rIns="180000" bIns="180000" numCol="2" spcCol="720000"/>
          <a:lstStyle>
            <a:lvl1pPr marL="514350" indent="-514350">
              <a:spcAft>
                <a:spcPts val="1200"/>
              </a:spcAft>
              <a:buClr>
                <a:schemeClr val="bg2"/>
              </a:buClr>
              <a:buSzPct val="105000"/>
              <a:buFont typeface="+mj-lt"/>
              <a:buAutoNum type="arabicPeriod"/>
              <a:defRPr sz="2400"/>
            </a:lvl1pPr>
            <a:lvl2pPr marL="914400" indent="-252000">
              <a:spcAft>
                <a:spcPts val="1200"/>
              </a:spcAft>
              <a:buClrTx/>
              <a:buSzPct val="105000"/>
              <a:buFont typeface="Arial" panose="020B0604020202020204" pitchFamily="34" charset="0"/>
              <a:buChar char="•"/>
              <a:defRPr sz="2000"/>
            </a:lvl2pPr>
            <a:lvl3pPr marL="1371600" indent="-252000">
              <a:spcAft>
                <a:spcPts val="1200"/>
              </a:spcAft>
              <a:buClrTx/>
              <a:buSzPct val="105000"/>
              <a:buFont typeface="Arial" panose="020B0604020202020204" pitchFamily="34" charset="0"/>
              <a:buChar char="•"/>
              <a:defRPr sz="1800"/>
            </a:lvl3pPr>
            <a:lvl4pPr marL="1714500" indent="-252000">
              <a:spcAft>
                <a:spcPts val="1200"/>
              </a:spcAft>
              <a:buClrTx/>
              <a:buSzPct val="105000"/>
              <a:buFont typeface="Arial" panose="020B0604020202020204" pitchFamily="34" charset="0"/>
              <a:buChar char="•"/>
              <a:defRPr sz="1600"/>
            </a:lvl4pPr>
            <a:lvl5pPr marL="2171700" indent="-252000">
              <a:spcAft>
                <a:spcPts val="1200"/>
              </a:spcAft>
              <a:buClrTx/>
              <a:buSzPct val="105000"/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728ECB7-DE2C-473F-8CD3-E9567CED89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4DBB548-FC81-4391-BD42-278C025F5132}"/>
              </a:ext>
            </a:extLst>
          </p:cNvPr>
          <p:cNvSpPr/>
          <p:nvPr userDrawn="1"/>
        </p:nvSpPr>
        <p:spPr>
          <a:xfrm>
            <a:off x="0" y="971807"/>
            <a:ext cx="419100" cy="520515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Espace réservé pour une image  13">
            <a:extLst>
              <a:ext uri="{FF2B5EF4-FFF2-40B4-BE49-F238E27FC236}">
                <a16:creationId xmlns:a16="http://schemas.microsoft.com/office/drawing/2014/main" id="{7AA6D22C-9BA0-48C0-A8F1-64E2B33D5D6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6900" y="2959100"/>
            <a:ext cx="2946400" cy="3217862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5" name="Espace réservé du numéro de diapositive 5">
            <a:extLst>
              <a:ext uri="{FF2B5EF4-FFF2-40B4-BE49-F238E27FC236}">
                <a16:creationId xmlns:a16="http://schemas.microsoft.com/office/drawing/2014/main" id="{DDBA5D20-298E-44EA-B2F2-D16845013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‹#›</a:t>
            </a:fld>
            <a:endParaRPr lang="en-US" sz="1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049E73B9-2A1B-E689-E27F-03DE9880FB93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cs typeface="Calibri Light" panose="020F0302020204030204" pitchFamily="34" charset="0"/>
              </a:rPr>
              <a:t>© Mitsubishi HC Capital Canada 2025.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91598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- Division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6CC992D-C247-C750-05C9-EFF296289127}"/>
              </a:ext>
            </a:extLst>
          </p:cNvPr>
          <p:cNvSpPr/>
          <p:nvPr userDrawn="1"/>
        </p:nvSpPr>
        <p:spPr>
          <a:xfrm>
            <a:off x="441385" y="401129"/>
            <a:ext cx="11309230" cy="605574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3D264B0F-C016-5FDF-0169-2798BC1111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15397" y="2126232"/>
            <a:ext cx="2545571" cy="2545571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E7FE1B4D-9FA7-4B11-8631-A5122CA791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1974" y="2846535"/>
            <a:ext cx="1833273" cy="1183154"/>
          </a:xfrm>
          <a:prstGeom prst="rect">
            <a:avLst/>
          </a:prstGeom>
        </p:spPr>
        <p:txBody>
          <a:bodyPr anchor="ctr"/>
          <a:lstStyle>
            <a:lvl1pPr algn="ctr">
              <a:defRPr sz="110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01</a:t>
            </a:r>
            <a:endParaRPr lang="en-US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332E7E-8ED5-4B81-85F7-05415889C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6785" y="2044460"/>
            <a:ext cx="4349472" cy="276045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A14505-A5C0-4E4B-A2CE-FDBF0C0E09A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971" y="540181"/>
            <a:ext cx="2444542" cy="54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116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divider - Division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6CC992D-C247-C750-05C9-EFF296289127}"/>
              </a:ext>
            </a:extLst>
          </p:cNvPr>
          <p:cNvSpPr/>
          <p:nvPr userDrawn="1"/>
        </p:nvSpPr>
        <p:spPr>
          <a:xfrm>
            <a:off x="441385" y="401129"/>
            <a:ext cx="11309230" cy="605574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B6E8D808-F876-E6F2-2CA2-02351DAF9E05}"/>
              </a:ext>
            </a:extLst>
          </p:cNvPr>
          <p:cNvGrpSpPr/>
          <p:nvPr userDrawn="1"/>
        </p:nvGrpSpPr>
        <p:grpSpPr>
          <a:xfrm>
            <a:off x="2415397" y="2126232"/>
            <a:ext cx="2547645" cy="2547645"/>
            <a:chOff x="2415397" y="2126232"/>
            <a:chExt cx="2547645" cy="2547645"/>
          </a:xfrm>
          <a:solidFill>
            <a:schemeClr val="accent5">
              <a:lumMod val="75000"/>
            </a:schemeClr>
          </a:solidFill>
        </p:grpSpPr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3B02BEE6-56BF-0D7C-11A2-86DE2FD85E30}"/>
                </a:ext>
              </a:extLst>
            </p:cNvPr>
            <p:cNvSpPr/>
            <p:nvPr/>
          </p:nvSpPr>
          <p:spPr>
            <a:xfrm>
              <a:off x="2415397" y="2126232"/>
              <a:ext cx="788573" cy="788573"/>
            </a:xfrm>
            <a:custGeom>
              <a:avLst/>
              <a:gdLst>
                <a:gd name="connsiteX0" fmla="*/ 145540 w 788573"/>
                <a:gd name="connsiteY0" fmla="*/ 788574 h 788573"/>
                <a:gd name="connsiteX1" fmla="*/ 145540 w 788573"/>
                <a:gd name="connsiteY1" fmla="*/ 365096 h 788573"/>
                <a:gd name="connsiteX2" fmla="*/ 365096 w 788573"/>
                <a:gd name="connsiteY2" fmla="*/ 145540 h 788573"/>
                <a:gd name="connsiteX3" fmla="*/ 788574 w 788573"/>
                <a:gd name="connsiteY3" fmla="*/ 145540 h 788573"/>
                <a:gd name="connsiteX4" fmla="*/ 788574 w 788573"/>
                <a:gd name="connsiteY4" fmla="*/ 0 h 788573"/>
                <a:gd name="connsiteX5" fmla="*/ 365096 w 788573"/>
                <a:gd name="connsiteY5" fmla="*/ 0 h 788573"/>
                <a:gd name="connsiteX6" fmla="*/ 0 w 788573"/>
                <a:gd name="connsiteY6" fmla="*/ 365096 h 788573"/>
                <a:gd name="connsiteX7" fmla="*/ 0 w 788573"/>
                <a:gd name="connsiteY7" fmla="*/ 788574 h 788573"/>
                <a:gd name="connsiteX8" fmla="*/ 145540 w 788573"/>
                <a:gd name="connsiteY8" fmla="*/ 788574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145540" y="788574"/>
                  </a:moveTo>
                  <a:lnTo>
                    <a:pt x="145540" y="365096"/>
                  </a:lnTo>
                  <a:cubicBezTo>
                    <a:pt x="145540" y="244043"/>
                    <a:pt x="244043" y="145540"/>
                    <a:pt x="365096" y="145540"/>
                  </a:cubicBezTo>
                  <a:lnTo>
                    <a:pt x="788574" y="145540"/>
                  </a:lnTo>
                  <a:lnTo>
                    <a:pt x="788574" y="0"/>
                  </a:lnTo>
                  <a:lnTo>
                    <a:pt x="365096" y="0"/>
                  </a:lnTo>
                  <a:cubicBezTo>
                    <a:pt x="163802" y="0"/>
                    <a:pt x="0" y="163802"/>
                    <a:pt x="0" y="365096"/>
                  </a:cubicBezTo>
                  <a:lnTo>
                    <a:pt x="0" y="788574"/>
                  </a:lnTo>
                  <a:lnTo>
                    <a:pt x="145540" y="788574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dirty="0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A2842C79-9BEB-C12F-BF07-ED922CB51810}"/>
                </a:ext>
              </a:extLst>
            </p:cNvPr>
            <p:cNvSpPr/>
            <p:nvPr/>
          </p:nvSpPr>
          <p:spPr>
            <a:xfrm>
              <a:off x="4174469" y="2126232"/>
              <a:ext cx="788573" cy="788573"/>
            </a:xfrm>
            <a:custGeom>
              <a:avLst/>
              <a:gdLst>
                <a:gd name="connsiteX0" fmla="*/ 0 w 788573"/>
                <a:gd name="connsiteY0" fmla="*/ 145540 h 788573"/>
                <a:gd name="connsiteX1" fmla="*/ 423478 w 788573"/>
                <a:gd name="connsiteY1" fmla="*/ 145540 h 788573"/>
                <a:gd name="connsiteX2" fmla="*/ 643033 w 788573"/>
                <a:gd name="connsiteY2" fmla="*/ 365096 h 788573"/>
                <a:gd name="connsiteX3" fmla="*/ 643033 w 788573"/>
                <a:gd name="connsiteY3" fmla="*/ 788574 h 788573"/>
                <a:gd name="connsiteX4" fmla="*/ 788574 w 788573"/>
                <a:gd name="connsiteY4" fmla="*/ 788574 h 788573"/>
                <a:gd name="connsiteX5" fmla="*/ 788574 w 788573"/>
                <a:gd name="connsiteY5" fmla="*/ 365096 h 788573"/>
                <a:gd name="connsiteX6" fmla="*/ 423478 w 788573"/>
                <a:gd name="connsiteY6" fmla="*/ 0 h 788573"/>
                <a:gd name="connsiteX7" fmla="*/ 0 w 788573"/>
                <a:gd name="connsiteY7" fmla="*/ 0 h 788573"/>
                <a:gd name="connsiteX8" fmla="*/ 0 w 788573"/>
                <a:gd name="connsiteY8" fmla="*/ 145540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0" y="145540"/>
                  </a:moveTo>
                  <a:lnTo>
                    <a:pt x="423478" y="145540"/>
                  </a:lnTo>
                  <a:cubicBezTo>
                    <a:pt x="544531" y="145540"/>
                    <a:pt x="643033" y="244043"/>
                    <a:pt x="643033" y="365096"/>
                  </a:cubicBezTo>
                  <a:lnTo>
                    <a:pt x="643033" y="788574"/>
                  </a:lnTo>
                  <a:lnTo>
                    <a:pt x="788574" y="788574"/>
                  </a:lnTo>
                  <a:lnTo>
                    <a:pt x="788574" y="365096"/>
                  </a:lnTo>
                  <a:cubicBezTo>
                    <a:pt x="788574" y="163802"/>
                    <a:pt x="624772" y="0"/>
                    <a:pt x="423478" y="0"/>
                  </a:cubicBezTo>
                  <a:lnTo>
                    <a:pt x="0" y="0"/>
                  </a:lnTo>
                  <a:lnTo>
                    <a:pt x="0" y="145540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dirty="0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C1616797-23BD-7F2D-33CE-2AC445AF65D0}"/>
                </a:ext>
              </a:extLst>
            </p:cNvPr>
            <p:cNvSpPr/>
            <p:nvPr/>
          </p:nvSpPr>
          <p:spPr>
            <a:xfrm>
              <a:off x="2415397" y="3885166"/>
              <a:ext cx="788573" cy="788573"/>
            </a:xfrm>
            <a:custGeom>
              <a:avLst/>
              <a:gdLst>
                <a:gd name="connsiteX0" fmla="*/ 788574 w 788573"/>
                <a:gd name="connsiteY0" fmla="*/ 643033 h 788573"/>
                <a:gd name="connsiteX1" fmla="*/ 365096 w 788573"/>
                <a:gd name="connsiteY1" fmla="*/ 643033 h 788573"/>
                <a:gd name="connsiteX2" fmla="*/ 145540 w 788573"/>
                <a:gd name="connsiteY2" fmla="*/ 423478 h 788573"/>
                <a:gd name="connsiteX3" fmla="*/ 145540 w 788573"/>
                <a:gd name="connsiteY3" fmla="*/ 0 h 788573"/>
                <a:gd name="connsiteX4" fmla="*/ 0 w 788573"/>
                <a:gd name="connsiteY4" fmla="*/ 0 h 788573"/>
                <a:gd name="connsiteX5" fmla="*/ 0 w 788573"/>
                <a:gd name="connsiteY5" fmla="*/ 423478 h 788573"/>
                <a:gd name="connsiteX6" fmla="*/ 365096 w 788573"/>
                <a:gd name="connsiteY6" fmla="*/ 788574 h 788573"/>
                <a:gd name="connsiteX7" fmla="*/ 788574 w 788573"/>
                <a:gd name="connsiteY7" fmla="*/ 788574 h 788573"/>
                <a:gd name="connsiteX8" fmla="*/ 788574 w 788573"/>
                <a:gd name="connsiteY8" fmla="*/ 643033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788574" y="643033"/>
                  </a:moveTo>
                  <a:lnTo>
                    <a:pt x="365096" y="643033"/>
                  </a:lnTo>
                  <a:cubicBezTo>
                    <a:pt x="244043" y="643033"/>
                    <a:pt x="145540" y="544531"/>
                    <a:pt x="145540" y="423478"/>
                  </a:cubicBezTo>
                  <a:lnTo>
                    <a:pt x="145540" y="0"/>
                  </a:lnTo>
                  <a:lnTo>
                    <a:pt x="0" y="0"/>
                  </a:lnTo>
                  <a:lnTo>
                    <a:pt x="0" y="423478"/>
                  </a:lnTo>
                  <a:cubicBezTo>
                    <a:pt x="0" y="624772"/>
                    <a:pt x="163802" y="788574"/>
                    <a:pt x="365096" y="788574"/>
                  </a:cubicBezTo>
                  <a:lnTo>
                    <a:pt x="788574" y="788574"/>
                  </a:lnTo>
                  <a:lnTo>
                    <a:pt x="788574" y="643033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dirty="0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FBC0DB22-AB58-2AD4-375C-DBA22CA5019B}"/>
                </a:ext>
              </a:extLst>
            </p:cNvPr>
            <p:cNvSpPr/>
            <p:nvPr/>
          </p:nvSpPr>
          <p:spPr>
            <a:xfrm>
              <a:off x="4174331" y="3885304"/>
              <a:ext cx="788573" cy="788573"/>
            </a:xfrm>
            <a:custGeom>
              <a:avLst/>
              <a:gdLst>
                <a:gd name="connsiteX0" fmla="*/ 643033 w 788573"/>
                <a:gd name="connsiteY0" fmla="*/ 0 h 788573"/>
                <a:gd name="connsiteX1" fmla="*/ 643033 w 788573"/>
                <a:gd name="connsiteY1" fmla="*/ 423478 h 788573"/>
                <a:gd name="connsiteX2" fmla="*/ 423478 w 788573"/>
                <a:gd name="connsiteY2" fmla="*/ 643033 h 788573"/>
                <a:gd name="connsiteX3" fmla="*/ 0 w 788573"/>
                <a:gd name="connsiteY3" fmla="*/ 643033 h 788573"/>
                <a:gd name="connsiteX4" fmla="*/ 0 w 788573"/>
                <a:gd name="connsiteY4" fmla="*/ 788574 h 788573"/>
                <a:gd name="connsiteX5" fmla="*/ 423478 w 788573"/>
                <a:gd name="connsiteY5" fmla="*/ 788574 h 788573"/>
                <a:gd name="connsiteX6" fmla="*/ 788574 w 788573"/>
                <a:gd name="connsiteY6" fmla="*/ 423478 h 788573"/>
                <a:gd name="connsiteX7" fmla="*/ 788574 w 788573"/>
                <a:gd name="connsiteY7" fmla="*/ 0 h 788573"/>
                <a:gd name="connsiteX8" fmla="*/ 643033 w 788573"/>
                <a:gd name="connsiteY8" fmla="*/ 0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643033" y="0"/>
                  </a:moveTo>
                  <a:lnTo>
                    <a:pt x="643033" y="423478"/>
                  </a:lnTo>
                  <a:cubicBezTo>
                    <a:pt x="643033" y="544531"/>
                    <a:pt x="544531" y="643033"/>
                    <a:pt x="423478" y="643033"/>
                  </a:cubicBezTo>
                  <a:lnTo>
                    <a:pt x="0" y="643033"/>
                  </a:lnTo>
                  <a:lnTo>
                    <a:pt x="0" y="788574"/>
                  </a:lnTo>
                  <a:lnTo>
                    <a:pt x="423478" y="788574"/>
                  </a:lnTo>
                  <a:cubicBezTo>
                    <a:pt x="624772" y="788574"/>
                    <a:pt x="788574" y="624772"/>
                    <a:pt x="788574" y="423478"/>
                  </a:cubicBezTo>
                  <a:lnTo>
                    <a:pt x="788574" y="0"/>
                  </a:lnTo>
                  <a:lnTo>
                    <a:pt x="643033" y="0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dirty="0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E7FE1B4D-9FA7-4B11-8631-A5122CA791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1974" y="2846535"/>
            <a:ext cx="1833273" cy="1183154"/>
          </a:xfrm>
          <a:prstGeom prst="rect">
            <a:avLst/>
          </a:prstGeom>
        </p:spPr>
        <p:txBody>
          <a:bodyPr anchor="ctr"/>
          <a:lstStyle>
            <a:lvl1pPr algn="ctr">
              <a:defRPr sz="110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01</a:t>
            </a:r>
            <a:endParaRPr lang="en-US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332E7E-8ED5-4B81-85F7-05415889C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6785" y="2044460"/>
            <a:ext cx="4349472" cy="276045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A14505-A5C0-4E4B-A2CE-FDBF0C0E09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971" y="540181"/>
            <a:ext cx="2444542" cy="54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140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ction divider - Division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6CC992D-C247-C750-05C9-EFF296289127}"/>
              </a:ext>
            </a:extLst>
          </p:cNvPr>
          <p:cNvSpPr/>
          <p:nvPr userDrawn="1"/>
        </p:nvSpPr>
        <p:spPr>
          <a:xfrm>
            <a:off x="441385" y="401129"/>
            <a:ext cx="11309230" cy="60557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B6E8D808-F876-E6F2-2CA2-02351DAF9E05}"/>
              </a:ext>
            </a:extLst>
          </p:cNvPr>
          <p:cNvGrpSpPr/>
          <p:nvPr userDrawn="1"/>
        </p:nvGrpSpPr>
        <p:grpSpPr>
          <a:xfrm>
            <a:off x="2415397" y="2126232"/>
            <a:ext cx="2547645" cy="2547645"/>
            <a:chOff x="2415397" y="2126232"/>
            <a:chExt cx="2547645" cy="2547645"/>
          </a:xfrm>
          <a:solidFill>
            <a:schemeClr val="accent2"/>
          </a:solidFill>
        </p:grpSpPr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3B02BEE6-56BF-0D7C-11A2-86DE2FD85E30}"/>
                </a:ext>
              </a:extLst>
            </p:cNvPr>
            <p:cNvSpPr/>
            <p:nvPr/>
          </p:nvSpPr>
          <p:spPr>
            <a:xfrm>
              <a:off x="2415397" y="2126232"/>
              <a:ext cx="788573" cy="788573"/>
            </a:xfrm>
            <a:custGeom>
              <a:avLst/>
              <a:gdLst>
                <a:gd name="connsiteX0" fmla="*/ 145540 w 788573"/>
                <a:gd name="connsiteY0" fmla="*/ 788574 h 788573"/>
                <a:gd name="connsiteX1" fmla="*/ 145540 w 788573"/>
                <a:gd name="connsiteY1" fmla="*/ 365096 h 788573"/>
                <a:gd name="connsiteX2" fmla="*/ 365096 w 788573"/>
                <a:gd name="connsiteY2" fmla="*/ 145540 h 788573"/>
                <a:gd name="connsiteX3" fmla="*/ 788574 w 788573"/>
                <a:gd name="connsiteY3" fmla="*/ 145540 h 788573"/>
                <a:gd name="connsiteX4" fmla="*/ 788574 w 788573"/>
                <a:gd name="connsiteY4" fmla="*/ 0 h 788573"/>
                <a:gd name="connsiteX5" fmla="*/ 365096 w 788573"/>
                <a:gd name="connsiteY5" fmla="*/ 0 h 788573"/>
                <a:gd name="connsiteX6" fmla="*/ 0 w 788573"/>
                <a:gd name="connsiteY6" fmla="*/ 365096 h 788573"/>
                <a:gd name="connsiteX7" fmla="*/ 0 w 788573"/>
                <a:gd name="connsiteY7" fmla="*/ 788574 h 788573"/>
                <a:gd name="connsiteX8" fmla="*/ 145540 w 788573"/>
                <a:gd name="connsiteY8" fmla="*/ 788574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145540" y="788574"/>
                  </a:moveTo>
                  <a:lnTo>
                    <a:pt x="145540" y="365096"/>
                  </a:lnTo>
                  <a:cubicBezTo>
                    <a:pt x="145540" y="244043"/>
                    <a:pt x="244043" y="145540"/>
                    <a:pt x="365096" y="145540"/>
                  </a:cubicBezTo>
                  <a:lnTo>
                    <a:pt x="788574" y="145540"/>
                  </a:lnTo>
                  <a:lnTo>
                    <a:pt x="788574" y="0"/>
                  </a:lnTo>
                  <a:lnTo>
                    <a:pt x="365096" y="0"/>
                  </a:lnTo>
                  <a:cubicBezTo>
                    <a:pt x="163802" y="0"/>
                    <a:pt x="0" y="163802"/>
                    <a:pt x="0" y="365096"/>
                  </a:cubicBezTo>
                  <a:lnTo>
                    <a:pt x="0" y="788574"/>
                  </a:lnTo>
                  <a:lnTo>
                    <a:pt x="145540" y="788574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dirty="0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A2842C79-9BEB-C12F-BF07-ED922CB51810}"/>
                </a:ext>
              </a:extLst>
            </p:cNvPr>
            <p:cNvSpPr/>
            <p:nvPr/>
          </p:nvSpPr>
          <p:spPr>
            <a:xfrm>
              <a:off x="4174469" y="2126232"/>
              <a:ext cx="788573" cy="788573"/>
            </a:xfrm>
            <a:custGeom>
              <a:avLst/>
              <a:gdLst>
                <a:gd name="connsiteX0" fmla="*/ 0 w 788573"/>
                <a:gd name="connsiteY0" fmla="*/ 145540 h 788573"/>
                <a:gd name="connsiteX1" fmla="*/ 423478 w 788573"/>
                <a:gd name="connsiteY1" fmla="*/ 145540 h 788573"/>
                <a:gd name="connsiteX2" fmla="*/ 643033 w 788573"/>
                <a:gd name="connsiteY2" fmla="*/ 365096 h 788573"/>
                <a:gd name="connsiteX3" fmla="*/ 643033 w 788573"/>
                <a:gd name="connsiteY3" fmla="*/ 788574 h 788573"/>
                <a:gd name="connsiteX4" fmla="*/ 788574 w 788573"/>
                <a:gd name="connsiteY4" fmla="*/ 788574 h 788573"/>
                <a:gd name="connsiteX5" fmla="*/ 788574 w 788573"/>
                <a:gd name="connsiteY5" fmla="*/ 365096 h 788573"/>
                <a:gd name="connsiteX6" fmla="*/ 423478 w 788573"/>
                <a:gd name="connsiteY6" fmla="*/ 0 h 788573"/>
                <a:gd name="connsiteX7" fmla="*/ 0 w 788573"/>
                <a:gd name="connsiteY7" fmla="*/ 0 h 788573"/>
                <a:gd name="connsiteX8" fmla="*/ 0 w 788573"/>
                <a:gd name="connsiteY8" fmla="*/ 145540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0" y="145540"/>
                  </a:moveTo>
                  <a:lnTo>
                    <a:pt x="423478" y="145540"/>
                  </a:lnTo>
                  <a:cubicBezTo>
                    <a:pt x="544531" y="145540"/>
                    <a:pt x="643033" y="244043"/>
                    <a:pt x="643033" y="365096"/>
                  </a:cubicBezTo>
                  <a:lnTo>
                    <a:pt x="643033" y="788574"/>
                  </a:lnTo>
                  <a:lnTo>
                    <a:pt x="788574" y="788574"/>
                  </a:lnTo>
                  <a:lnTo>
                    <a:pt x="788574" y="365096"/>
                  </a:lnTo>
                  <a:cubicBezTo>
                    <a:pt x="788574" y="163802"/>
                    <a:pt x="624772" y="0"/>
                    <a:pt x="423478" y="0"/>
                  </a:cubicBezTo>
                  <a:lnTo>
                    <a:pt x="0" y="0"/>
                  </a:lnTo>
                  <a:lnTo>
                    <a:pt x="0" y="145540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dirty="0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C1616797-23BD-7F2D-33CE-2AC445AF65D0}"/>
                </a:ext>
              </a:extLst>
            </p:cNvPr>
            <p:cNvSpPr/>
            <p:nvPr/>
          </p:nvSpPr>
          <p:spPr>
            <a:xfrm>
              <a:off x="2415397" y="3885166"/>
              <a:ext cx="788573" cy="788573"/>
            </a:xfrm>
            <a:custGeom>
              <a:avLst/>
              <a:gdLst>
                <a:gd name="connsiteX0" fmla="*/ 788574 w 788573"/>
                <a:gd name="connsiteY0" fmla="*/ 643033 h 788573"/>
                <a:gd name="connsiteX1" fmla="*/ 365096 w 788573"/>
                <a:gd name="connsiteY1" fmla="*/ 643033 h 788573"/>
                <a:gd name="connsiteX2" fmla="*/ 145540 w 788573"/>
                <a:gd name="connsiteY2" fmla="*/ 423478 h 788573"/>
                <a:gd name="connsiteX3" fmla="*/ 145540 w 788573"/>
                <a:gd name="connsiteY3" fmla="*/ 0 h 788573"/>
                <a:gd name="connsiteX4" fmla="*/ 0 w 788573"/>
                <a:gd name="connsiteY4" fmla="*/ 0 h 788573"/>
                <a:gd name="connsiteX5" fmla="*/ 0 w 788573"/>
                <a:gd name="connsiteY5" fmla="*/ 423478 h 788573"/>
                <a:gd name="connsiteX6" fmla="*/ 365096 w 788573"/>
                <a:gd name="connsiteY6" fmla="*/ 788574 h 788573"/>
                <a:gd name="connsiteX7" fmla="*/ 788574 w 788573"/>
                <a:gd name="connsiteY7" fmla="*/ 788574 h 788573"/>
                <a:gd name="connsiteX8" fmla="*/ 788574 w 788573"/>
                <a:gd name="connsiteY8" fmla="*/ 643033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788574" y="643033"/>
                  </a:moveTo>
                  <a:lnTo>
                    <a:pt x="365096" y="643033"/>
                  </a:lnTo>
                  <a:cubicBezTo>
                    <a:pt x="244043" y="643033"/>
                    <a:pt x="145540" y="544531"/>
                    <a:pt x="145540" y="423478"/>
                  </a:cubicBezTo>
                  <a:lnTo>
                    <a:pt x="145540" y="0"/>
                  </a:lnTo>
                  <a:lnTo>
                    <a:pt x="0" y="0"/>
                  </a:lnTo>
                  <a:lnTo>
                    <a:pt x="0" y="423478"/>
                  </a:lnTo>
                  <a:cubicBezTo>
                    <a:pt x="0" y="624772"/>
                    <a:pt x="163802" y="788574"/>
                    <a:pt x="365096" y="788574"/>
                  </a:cubicBezTo>
                  <a:lnTo>
                    <a:pt x="788574" y="788574"/>
                  </a:lnTo>
                  <a:lnTo>
                    <a:pt x="788574" y="643033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dirty="0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FBC0DB22-AB58-2AD4-375C-DBA22CA5019B}"/>
                </a:ext>
              </a:extLst>
            </p:cNvPr>
            <p:cNvSpPr/>
            <p:nvPr/>
          </p:nvSpPr>
          <p:spPr>
            <a:xfrm>
              <a:off x="4174331" y="3885304"/>
              <a:ext cx="788573" cy="788573"/>
            </a:xfrm>
            <a:custGeom>
              <a:avLst/>
              <a:gdLst>
                <a:gd name="connsiteX0" fmla="*/ 643033 w 788573"/>
                <a:gd name="connsiteY0" fmla="*/ 0 h 788573"/>
                <a:gd name="connsiteX1" fmla="*/ 643033 w 788573"/>
                <a:gd name="connsiteY1" fmla="*/ 423478 h 788573"/>
                <a:gd name="connsiteX2" fmla="*/ 423478 w 788573"/>
                <a:gd name="connsiteY2" fmla="*/ 643033 h 788573"/>
                <a:gd name="connsiteX3" fmla="*/ 0 w 788573"/>
                <a:gd name="connsiteY3" fmla="*/ 643033 h 788573"/>
                <a:gd name="connsiteX4" fmla="*/ 0 w 788573"/>
                <a:gd name="connsiteY4" fmla="*/ 788574 h 788573"/>
                <a:gd name="connsiteX5" fmla="*/ 423478 w 788573"/>
                <a:gd name="connsiteY5" fmla="*/ 788574 h 788573"/>
                <a:gd name="connsiteX6" fmla="*/ 788574 w 788573"/>
                <a:gd name="connsiteY6" fmla="*/ 423478 h 788573"/>
                <a:gd name="connsiteX7" fmla="*/ 788574 w 788573"/>
                <a:gd name="connsiteY7" fmla="*/ 0 h 788573"/>
                <a:gd name="connsiteX8" fmla="*/ 643033 w 788573"/>
                <a:gd name="connsiteY8" fmla="*/ 0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643033" y="0"/>
                  </a:moveTo>
                  <a:lnTo>
                    <a:pt x="643033" y="423478"/>
                  </a:lnTo>
                  <a:cubicBezTo>
                    <a:pt x="643033" y="544531"/>
                    <a:pt x="544531" y="643033"/>
                    <a:pt x="423478" y="643033"/>
                  </a:cubicBezTo>
                  <a:lnTo>
                    <a:pt x="0" y="643033"/>
                  </a:lnTo>
                  <a:lnTo>
                    <a:pt x="0" y="788574"/>
                  </a:lnTo>
                  <a:lnTo>
                    <a:pt x="423478" y="788574"/>
                  </a:lnTo>
                  <a:cubicBezTo>
                    <a:pt x="624772" y="788574"/>
                    <a:pt x="788574" y="624772"/>
                    <a:pt x="788574" y="423478"/>
                  </a:cubicBezTo>
                  <a:lnTo>
                    <a:pt x="788574" y="0"/>
                  </a:lnTo>
                  <a:lnTo>
                    <a:pt x="643033" y="0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dirty="0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E7FE1B4D-9FA7-4B11-8631-A5122CA791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1974" y="2846535"/>
            <a:ext cx="1833273" cy="1183154"/>
          </a:xfrm>
          <a:prstGeom prst="rect">
            <a:avLst/>
          </a:prstGeom>
        </p:spPr>
        <p:txBody>
          <a:bodyPr anchor="ctr"/>
          <a:lstStyle>
            <a:lvl1pPr algn="ctr">
              <a:defRPr sz="110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01</a:t>
            </a:r>
            <a:endParaRPr lang="en-US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332E7E-8ED5-4B81-85F7-05415889C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6785" y="2044460"/>
            <a:ext cx="4349472" cy="276045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A14505-A5C0-4E4B-A2CE-FDBF0C0E09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971" y="540181"/>
            <a:ext cx="2444542" cy="54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028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ction divider - Division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6CC992D-C247-C750-05C9-EFF296289127}"/>
              </a:ext>
            </a:extLst>
          </p:cNvPr>
          <p:cNvSpPr/>
          <p:nvPr userDrawn="1"/>
        </p:nvSpPr>
        <p:spPr>
          <a:xfrm>
            <a:off x="441385" y="401129"/>
            <a:ext cx="11309230" cy="605574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B6E8D808-F876-E6F2-2CA2-02351DAF9E05}"/>
              </a:ext>
            </a:extLst>
          </p:cNvPr>
          <p:cNvGrpSpPr/>
          <p:nvPr userDrawn="1"/>
        </p:nvGrpSpPr>
        <p:grpSpPr>
          <a:xfrm>
            <a:off x="2415397" y="2126232"/>
            <a:ext cx="2547645" cy="2547645"/>
            <a:chOff x="2415397" y="2126232"/>
            <a:chExt cx="2547645" cy="2547645"/>
          </a:xfrm>
          <a:solidFill>
            <a:schemeClr val="bg2">
              <a:lumMod val="60000"/>
              <a:lumOff val="40000"/>
            </a:schemeClr>
          </a:solidFill>
        </p:grpSpPr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3B02BEE6-56BF-0D7C-11A2-86DE2FD85E30}"/>
                </a:ext>
              </a:extLst>
            </p:cNvPr>
            <p:cNvSpPr/>
            <p:nvPr/>
          </p:nvSpPr>
          <p:spPr>
            <a:xfrm>
              <a:off x="2415397" y="2126232"/>
              <a:ext cx="788573" cy="788573"/>
            </a:xfrm>
            <a:custGeom>
              <a:avLst/>
              <a:gdLst>
                <a:gd name="connsiteX0" fmla="*/ 145540 w 788573"/>
                <a:gd name="connsiteY0" fmla="*/ 788574 h 788573"/>
                <a:gd name="connsiteX1" fmla="*/ 145540 w 788573"/>
                <a:gd name="connsiteY1" fmla="*/ 365096 h 788573"/>
                <a:gd name="connsiteX2" fmla="*/ 365096 w 788573"/>
                <a:gd name="connsiteY2" fmla="*/ 145540 h 788573"/>
                <a:gd name="connsiteX3" fmla="*/ 788574 w 788573"/>
                <a:gd name="connsiteY3" fmla="*/ 145540 h 788573"/>
                <a:gd name="connsiteX4" fmla="*/ 788574 w 788573"/>
                <a:gd name="connsiteY4" fmla="*/ 0 h 788573"/>
                <a:gd name="connsiteX5" fmla="*/ 365096 w 788573"/>
                <a:gd name="connsiteY5" fmla="*/ 0 h 788573"/>
                <a:gd name="connsiteX6" fmla="*/ 0 w 788573"/>
                <a:gd name="connsiteY6" fmla="*/ 365096 h 788573"/>
                <a:gd name="connsiteX7" fmla="*/ 0 w 788573"/>
                <a:gd name="connsiteY7" fmla="*/ 788574 h 788573"/>
                <a:gd name="connsiteX8" fmla="*/ 145540 w 788573"/>
                <a:gd name="connsiteY8" fmla="*/ 788574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145540" y="788574"/>
                  </a:moveTo>
                  <a:lnTo>
                    <a:pt x="145540" y="365096"/>
                  </a:lnTo>
                  <a:cubicBezTo>
                    <a:pt x="145540" y="244043"/>
                    <a:pt x="244043" y="145540"/>
                    <a:pt x="365096" y="145540"/>
                  </a:cubicBezTo>
                  <a:lnTo>
                    <a:pt x="788574" y="145540"/>
                  </a:lnTo>
                  <a:lnTo>
                    <a:pt x="788574" y="0"/>
                  </a:lnTo>
                  <a:lnTo>
                    <a:pt x="365096" y="0"/>
                  </a:lnTo>
                  <a:cubicBezTo>
                    <a:pt x="163802" y="0"/>
                    <a:pt x="0" y="163802"/>
                    <a:pt x="0" y="365096"/>
                  </a:cubicBezTo>
                  <a:lnTo>
                    <a:pt x="0" y="788574"/>
                  </a:lnTo>
                  <a:lnTo>
                    <a:pt x="145540" y="788574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dirty="0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A2842C79-9BEB-C12F-BF07-ED922CB51810}"/>
                </a:ext>
              </a:extLst>
            </p:cNvPr>
            <p:cNvSpPr/>
            <p:nvPr/>
          </p:nvSpPr>
          <p:spPr>
            <a:xfrm>
              <a:off x="4174469" y="2126232"/>
              <a:ext cx="788573" cy="788573"/>
            </a:xfrm>
            <a:custGeom>
              <a:avLst/>
              <a:gdLst>
                <a:gd name="connsiteX0" fmla="*/ 0 w 788573"/>
                <a:gd name="connsiteY0" fmla="*/ 145540 h 788573"/>
                <a:gd name="connsiteX1" fmla="*/ 423478 w 788573"/>
                <a:gd name="connsiteY1" fmla="*/ 145540 h 788573"/>
                <a:gd name="connsiteX2" fmla="*/ 643033 w 788573"/>
                <a:gd name="connsiteY2" fmla="*/ 365096 h 788573"/>
                <a:gd name="connsiteX3" fmla="*/ 643033 w 788573"/>
                <a:gd name="connsiteY3" fmla="*/ 788574 h 788573"/>
                <a:gd name="connsiteX4" fmla="*/ 788574 w 788573"/>
                <a:gd name="connsiteY4" fmla="*/ 788574 h 788573"/>
                <a:gd name="connsiteX5" fmla="*/ 788574 w 788573"/>
                <a:gd name="connsiteY5" fmla="*/ 365096 h 788573"/>
                <a:gd name="connsiteX6" fmla="*/ 423478 w 788573"/>
                <a:gd name="connsiteY6" fmla="*/ 0 h 788573"/>
                <a:gd name="connsiteX7" fmla="*/ 0 w 788573"/>
                <a:gd name="connsiteY7" fmla="*/ 0 h 788573"/>
                <a:gd name="connsiteX8" fmla="*/ 0 w 788573"/>
                <a:gd name="connsiteY8" fmla="*/ 145540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0" y="145540"/>
                  </a:moveTo>
                  <a:lnTo>
                    <a:pt x="423478" y="145540"/>
                  </a:lnTo>
                  <a:cubicBezTo>
                    <a:pt x="544531" y="145540"/>
                    <a:pt x="643033" y="244043"/>
                    <a:pt x="643033" y="365096"/>
                  </a:cubicBezTo>
                  <a:lnTo>
                    <a:pt x="643033" y="788574"/>
                  </a:lnTo>
                  <a:lnTo>
                    <a:pt x="788574" y="788574"/>
                  </a:lnTo>
                  <a:lnTo>
                    <a:pt x="788574" y="365096"/>
                  </a:lnTo>
                  <a:cubicBezTo>
                    <a:pt x="788574" y="163802"/>
                    <a:pt x="624772" y="0"/>
                    <a:pt x="423478" y="0"/>
                  </a:cubicBezTo>
                  <a:lnTo>
                    <a:pt x="0" y="0"/>
                  </a:lnTo>
                  <a:lnTo>
                    <a:pt x="0" y="145540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dirty="0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C1616797-23BD-7F2D-33CE-2AC445AF65D0}"/>
                </a:ext>
              </a:extLst>
            </p:cNvPr>
            <p:cNvSpPr/>
            <p:nvPr/>
          </p:nvSpPr>
          <p:spPr>
            <a:xfrm>
              <a:off x="2415397" y="3885166"/>
              <a:ext cx="788573" cy="788573"/>
            </a:xfrm>
            <a:custGeom>
              <a:avLst/>
              <a:gdLst>
                <a:gd name="connsiteX0" fmla="*/ 788574 w 788573"/>
                <a:gd name="connsiteY0" fmla="*/ 643033 h 788573"/>
                <a:gd name="connsiteX1" fmla="*/ 365096 w 788573"/>
                <a:gd name="connsiteY1" fmla="*/ 643033 h 788573"/>
                <a:gd name="connsiteX2" fmla="*/ 145540 w 788573"/>
                <a:gd name="connsiteY2" fmla="*/ 423478 h 788573"/>
                <a:gd name="connsiteX3" fmla="*/ 145540 w 788573"/>
                <a:gd name="connsiteY3" fmla="*/ 0 h 788573"/>
                <a:gd name="connsiteX4" fmla="*/ 0 w 788573"/>
                <a:gd name="connsiteY4" fmla="*/ 0 h 788573"/>
                <a:gd name="connsiteX5" fmla="*/ 0 w 788573"/>
                <a:gd name="connsiteY5" fmla="*/ 423478 h 788573"/>
                <a:gd name="connsiteX6" fmla="*/ 365096 w 788573"/>
                <a:gd name="connsiteY6" fmla="*/ 788574 h 788573"/>
                <a:gd name="connsiteX7" fmla="*/ 788574 w 788573"/>
                <a:gd name="connsiteY7" fmla="*/ 788574 h 788573"/>
                <a:gd name="connsiteX8" fmla="*/ 788574 w 788573"/>
                <a:gd name="connsiteY8" fmla="*/ 643033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788574" y="643033"/>
                  </a:moveTo>
                  <a:lnTo>
                    <a:pt x="365096" y="643033"/>
                  </a:lnTo>
                  <a:cubicBezTo>
                    <a:pt x="244043" y="643033"/>
                    <a:pt x="145540" y="544531"/>
                    <a:pt x="145540" y="423478"/>
                  </a:cubicBezTo>
                  <a:lnTo>
                    <a:pt x="145540" y="0"/>
                  </a:lnTo>
                  <a:lnTo>
                    <a:pt x="0" y="0"/>
                  </a:lnTo>
                  <a:lnTo>
                    <a:pt x="0" y="423478"/>
                  </a:lnTo>
                  <a:cubicBezTo>
                    <a:pt x="0" y="624772"/>
                    <a:pt x="163802" y="788574"/>
                    <a:pt x="365096" y="788574"/>
                  </a:cubicBezTo>
                  <a:lnTo>
                    <a:pt x="788574" y="788574"/>
                  </a:lnTo>
                  <a:lnTo>
                    <a:pt x="788574" y="643033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dirty="0"/>
            </a:p>
          </p:txBody>
        </p:sp>
        <p:sp>
          <p:nvSpPr>
            <p:cNvPr id="11" name="Forme libre : forme 10">
              <a:extLst>
                <a:ext uri="{FF2B5EF4-FFF2-40B4-BE49-F238E27FC236}">
                  <a16:creationId xmlns:a16="http://schemas.microsoft.com/office/drawing/2014/main" id="{FBC0DB22-AB58-2AD4-375C-DBA22CA5019B}"/>
                </a:ext>
              </a:extLst>
            </p:cNvPr>
            <p:cNvSpPr/>
            <p:nvPr/>
          </p:nvSpPr>
          <p:spPr>
            <a:xfrm>
              <a:off x="4174331" y="3885304"/>
              <a:ext cx="788573" cy="788573"/>
            </a:xfrm>
            <a:custGeom>
              <a:avLst/>
              <a:gdLst>
                <a:gd name="connsiteX0" fmla="*/ 643033 w 788573"/>
                <a:gd name="connsiteY0" fmla="*/ 0 h 788573"/>
                <a:gd name="connsiteX1" fmla="*/ 643033 w 788573"/>
                <a:gd name="connsiteY1" fmla="*/ 423478 h 788573"/>
                <a:gd name="connsiteX2" fmla="*/ 423478 w 788573"/>
                <a:gd name="connsiteY2" fmla="*/ 643033 h 788573"/>
                <a:gd name="connsiteX3" fmla="*/ 0 w 788573"/>
                <a:gd name="connsiteY3" fmla="*/ 643033 h 788573"/>
                <a:gd name="connsiteX4" fmla="*/ 0 w 788573"/>
                <a:gd name="connsiteY4" fmla="*/ 788574 h 788573"/>
                <a:gd name="connsiteX5" fmla="*/ 423478 w 788573"/>
                <a:gd name="connsiteY5" fmla="*/ 788574 h 788573"/>
                <a:gd name="connsiteX6" fmla="*/ 788574 w 788573"/>
                <a:gd name="connsiteY6" fmla="*/ 423478 h 788573"/>
                <a:gd name="connsiteX7" fmla="*/ 788574 w 788573"/>
                <a:gd name="connsiteY7" fmla="*/ 0 h 788573"/>
                <a:gd name="connsiteX8" fmla="*/ 643033 w 788573"/>
                <a:gd name="connsiteY8" fmla="*/ 0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643033" y="0"/>
                  </a:moveTo>
                  <a:lnTo>
                    <a:pt x="643033" y="423478"/>
                  </a:lnTo>
                  <a:cubicBezTo>
                    <a:pt x="643033" y="544531"/>
                    <a:pt x="544531" y="643033"/>
                    <a:pt x="423478" y="643033"/>
                  </a:cubicBezTo>
                  <a:lnTo>
                    <a:pt x="0" y="643033"/>
                  </a:lnTo>
                  <a:lnTo>
                    <a:pt x="0" y="788574"/>
                  </a:lnTo>
                  <a:lnTo>
                    <a:pt x="423478" y="788574"/>
                  </a:lnTo>
                  <a:cubicBezTo>
                    <a:pt x="624772" y="788574"/>
                    <a:pt x="788574" y="624772"/>
                    <a:pt x="788574" y="423478"/>
                  </a:cubicBezTo>
                  <a:lnTo>
                    <a:pt x="788574" y="0"/>
                  </a:lnTo>
                  <a:lnTo>
                    <a:pt x="643033" y="0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dirty="0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E7FE1B4D-9FA7-4B11-8631-A5122CA791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1974" y="2846535"/>
            <a:ext cx="1833273" cy="1183154"/>
          </a:xfrm>
          <a:prstGeom prst="rect">
            <a:avLst/>
          </a:prstGeom>
        </p:spPr>
        <p:txBody>
          <a:bodyPr anchor="ctr"/>
          <a:lstStyle>
            <a:lvl1pPr algn="ctr">
              <a:defRPr sz="110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01</a:t>
            </a:r>
            <a:endParaRPr lang="en-US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332E7E-8ED5-4B81-85F7-05415889C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6785" y="2044460"/>
            <a:ext cx="4349472" cy="276045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A14505-A5C0-4E4B-A2CE-FDBF0C0E09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3971" y="540181"/>
            <a:ext cx="2444542" cy="54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340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divider - Division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B54EC37-01EB-33A8-D987-850541EEDF87}"/>
              </a:ext>
            </a:extLst>
          </p:cNvPr>
          <p:cNvSpPr/>
          <p:nvPr userDrawn="1"/>
        </p:nvSpPr>
        <p:spPr>
          <a:xfrm>
            <a:off x="441385" y="401129"/>
            <a:ext cx="11309230" cy="60557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 dirty="0"/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A93D2985-4F6B-7282-69DC-775B60A85CAA}"/>
              </a:ext>
            </a:extLst>
          </p:cNvPr>
          <p:cNvGrpSpPr/>
          <p:nvPr userDrawn="1"/>
        </p:nvGrpSpPr>
        <p:grpSpPr>
          <a:xfrm>
            <a:off x="2415397" y="2126232"/>
            <a:ext cx="2547645" cy="2547645"/>
            <a:chOff x="2415397" y="2126232"/>
            <a:chExt cx="2547645" cy="2547645"/>
          </a:xfrm>
          <a:solidFill>
            <a:schemeClr val="bg2"/>
          </a:solidFill>
        </p:grpSpPr>
        <p:sp>
          <p:nvSpPr>
            <p:cNvPr id="6" name="Forme libre : forme 5">
              <a:extLst>
                <a:ext uri="{FF2B5EF4-FFF2-40B4-BE49-F238E27FC236}">
                  <a16:creationId xmlns:a16="http://schemas.microsoft.com/office/drawing/2014/main" id="{787D01FF-2EE0-57E3-1BB4-15D605E9B991}"/>
                </a:ext>
              </a:extLst>
            </p:cNvPr>
            <p:cNvSpPr/>
            <p:nvPr/>
          </p:nvSpPr>
          <p:spPr>
            <a:xfrm>
              <a:off x="2415397" y="2126232"/>
              <a:ext cx="788573" cy="788573"/>
            </a:xfrm>
            <a:custGeom>
              <a:avLst/>
              <a:gdLst>
                <a:gd name="connsiteX0" fmla="*/ 145540 w 788573"/>
                <a:gd name="connsiteY0" fmla="*/ 788574 h 788573"/>
                <a:gd name="connsiteX1" fmla="*/ 145540 w 788573"/>
                <a:gd name="connsiteY1" fmla="*/ 365096 h 788573"/>
                <a:gd name="connsiteX2" fmla="*/ 365096 w 788573"/>
                <a:gd name="connsiteY2" fmla="*/ 145540 h 788573"/>
                <a:gd name="connsiteX3" fmla="*/ 788574 w 788573"/>
                <a:gd name="connsiteY3" fmla="*/ 145540 h 788573"/>
                <a:gd name="connsiteX4" fmla="*/ 788574 w 788573"/>
                <a:gd name="connsiteY4" fmla="*/ 0 h 788573"/>
                <a:gd name="connsiteX5" fmla="*/ 365096 w 788573"/>
                <a:gd name="connsiteY5" fmla="*/ 0 h 788573"/>
                <a:gd name="connsiteX6" fmla="*/ 0 w 788573"/>
                <a:gd name="connsiteY6" fmla="*/ 365096 h 788573"/>
                <a:gd name="connsiteX7" fmla="*/ 0 w 788573"/>
                <a:gd name="connsiteY7" fmla="*/ 788574 h 788573"/>
                <a:gd name="connsiteX8" fmla="*/ 145540 w 788573"/>
                <a:gd name="connsiteY8" fmla="*/ 788574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145540" y="788574"/>
                  </a:moveTo>
                  <a:lnTo>
                    <a:pt x="145540" y="365096"/>
                  </a:lnTo>
                  <a:cubicBezTo>
                    <a:pt x="145540" y="244043"/>
                    <a:pt x="244043" y="145540"/>
                    <a:pt x="365096" y="145540"/>
                  </a:cubicBezTo>
                  <a:lnTo>
                    <a:pt x="788574" y="145540"/>
                  </a:lnTo>
                  <a:lnTo>
                    <a:pt x="788574" y="0"/>
                  </a:lnTo>
                  <a:lnTo>
                    <a:pt x="365096" y="0"/>
                  </a:lnTo>
                  <a:cubicBezTo>
                    <a:pt x="163802" y="0"/>
                    <a:pt x="0" y="163802"/>
                    <a:pt x="0" y="365096"/>
                  </a:cubicBezTo>
                  <a:lnTo>
                    <a:pt x="0" y="788574"/>
                  </a:lnTo>
                  <a:lnTo>
                    <a:pt x="145540" y="788574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dirty="0"/>
            </a:p>
          </p:txBody>
        </p:sp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196BC23D-F34D-7803-EB17-6051D2649BE9}"/>
                </a:ext>
              </a:extLst>
            </p:cNvPr>
            <p:cNvSpPr/>
            <p:nvPr/>
          </p:nvSpPr>
          <p:spPr>
            <a:xfrm>
              <a:off x="4174469" y="2126232"/>
              <a:ext cx="788573" cy="788573"/>
            </a:xfrm>
            <a:custGeom>
              <a:avLst/>
              <a:gdLst>
                <a:gd name="connsiteX0" fmla="*/ 0 w 788573"/>
                <a:gd name="connsiteY0" fmla="*/ 145540 h 788573"/>
                <a:gd name="connsiteX1" fmla="*/ 423478 w 788573"/>
                <a:gd name="connsiteY1" fmla="*/ 145540 h 788573"/>
                <a:gd name="connsiteX2" fmla="*/ 643033 w 788573"/>
                <a:gd name="connsiteY2" fmla="*/ 365096 h 788573"/>
                <a:gd name="connsiteX3" fmla="*/ 643033 w 788573"/>
                <a:gd name="connsiteY3" fmla="*/ 788574 h 788573"/>
                <a:gd name="connsiteX4" fmla="*/ 788574 w 788573"/>
                <a:gd name="connsiteY4" fmla="*/ 788574 h 788573"/>
                <a:gd name="connsiteX5" fmla="*/ 788574 w 788573"/>
                <a:gd name="connsiteY5" fmla="*/ 365096 h 788573"/>
                <a:gd name="connsiteX6" fmla="*/ 423478 w 788573"/>
                <a:gd name="connsiteY6" fmla="*/ 0 h 788573"/>
                <a:gd name="connsiteX7" fmla="*/ 0 w 788573"/>
                <a:gd name="connsiteY7" fmla="*/ 0 h 788573"/>
                <a:gd name="connsiteX8" fmla="*/ 0 w 788573"/>
                <a:gd name="connsiteY8" fmla="*/ 145540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0" y="145540"/>
                  </a:moveTo>
                  <a:lnTo>
                    <a:pt x="423478" y="145540"/>
                  </a:lnTo>
                  <a:cubicBezTo>
                    <a:pt x="544531" y="145540"/>
                    <a:pt x="643033" y="244043"/>
                    <a:pt x="643033" y="365096"/>
                  </a:cubicBezTo>
                  <a:lnTo>
                    <a:pt x="643033" y="788574"/>
                  </a:lnTo>
                  <a:lnTo>
                    <a:pt x="788574" y="788574"/>
                  </a:lnTo>
                  <a:lnTo>
                    <a:pt x="788574" y="365096"/>
                  </a:lnTo>
                  <a:cubicBezTo>
                    <a:pt x="788574" y="163802"/>
                    <a:pt x="624772" y="0"/>
                    <a:pt x="423478" y="0"/>
                  </a:cubicBezTo>
                  <a:lnTo>
                    <a:pt x="0" y="0"/>
                  </a:lnTo>
                  <a:lnTo>
                    <a:pt x="0" y="145540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dirty="0"/>
            </a:p>
          </p:txBody>
        </p:sp>
        <p:sp>
          <p:nvSpPr>
            <p:cNvPr id="9" name="Forme libre : forme 8">
              <a:extLst>
                <a:ext uri="{FF2B5EF4-FFF2-40B4-BE49-F238E27FC236}">
                  <a16:creationId xmlns:a16="http://schemas.microsoft.com/office/drawing/2014/main" id="{C1EDD5C1-194B-C446-E4CB-A1D5460823B0}"/>
                </a:ext>
              </a:extLst>
            </p:cNvPr>
            <p:cNvSpPr/>
            <p:nvPr/>
          </p:nvSpPr>
          <p:spPr>
            <a:xfrm>
              <a:off x="2415397" y="3885166"/>
              <a:ext cx="788573" cy="788573"/>
            </a:xfrm>
            <a:custGeom>
              <a:avLst/>
              <a:gdLst>
                <a:gd name="connsiteX0" fmla="*/ 788574 w 788573"/>
                <a:gd name="connsiteY0" fmla="*/ 643033 h 788573"/>
                <a:gd name="connsiteX1" fmla="*/ 365096 w 788573"/>
                <a:gd name="connsiteY1" fmla="*/ 643033 h 788573"/>
                <a:gd name="connsiteX2" fmla="*/ 145540 w 788573"/>
                <a:gd name="connsiteY2" fmla="*/ 423478 h 788573"/>
                <a:gd name="connsiteX3" fmla="*/ 145540 w 788573"/>
                <a:gd name="connsiteY3" fmla="*/ 0 h 788573"/>
                <a:gd name="connsiteX4" fmla="*/ 0 w 788573"/>
                <a:gd name="connsiteY4" fmla="*/ 0 h 788573"/>
                <a:gd name="connsiteX5" fmla="*/ 0 w 788573"/>
                <a:gd name="connsiteY5" fmla="*/ 423478 h 788573"/>
                <a:gd name="connsiteX6" fmla="*/ 365096 w 788573"/>
                <a:gd name="connsiteY6" fmla="*/ 788574 h 788573"/>
                <a:gd name="connsiteX7" fmla="*/ 788574 w 788573"/>
                <a:gd name="connsiteY7" fmla="*/ 788574 h 788573"/>
                <a:gd name="connsiteX8" fmla="*/ 788574 w 788573"/>
                <a:gd name="connsiteY8" fmla="*/ 643033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788574" y="643033"/>
                  </a:moveTo>
                  <a:lnTo>
                    <a:pt x="365096" y="643033"/>
                  </a:lnTo>
                  <a:cubicBezTo>
                    <a:pt x="244043" y="643033"/>
                    <a:pt x="145540" y="544531"/>
                    <a:pt x="145540" y="423478"/>
                  </a:cubicBezTo>
                  <a:lnTo>
                    <a:pt x="145540" y="0"/>
                  </a:lnTo>
                  <a:lnTo>
                    <a:pt x="0" y="0"/>
                  </a:lnTo>
                  <a:lnTo>
                    <a:pt x="0" y="423478"/>
                  </a:lnTo>
                  <a:cubicBezTo>
                    <a:pt x="0" y="624772"/>
                    <a:pt x="163802" y="788574"/>
                    <a:pt x="365096" y="788574"/>
                  </a:cubicBezTo>
                  <a:lnTo>
                    <a:pt x="788574" y="788574"/>
                  </a:lnTo>
                  <a:lnTo>
                    <a:pt x="788574" y="643033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dirty="0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:a16="http://schemas.microsoft.com/office/drawing/2014/main" id="{C92903AE-3124-55EC-1FC2-74021A5F0AA8}"/>
                </a:ext>
              </a:extLst>
            </p:cNvPr>
            <p:cNvSpPr/>
            <p:nvPr/>
          </p:nvSpPr>
          <p:spPr>
            <a:xfrm>
              <a:off x="4174331" y="3885304"/>
              <a:ext cx="788573" cy="788573"/>
            </a:xfrm>
            <a:custGeom>
              <a:avLst/>
              <a:gdLst>
                <a:gd name="connsiteX0" fmla="*/ 643033 w 788573"/>
                <a:gd name="connsiteY0" fmla="*/ 0 h 788573"/>
                <a:gd name="connsiteX1" fmla="*/ 643033 w 788573"/>
                <a:gd name="connsiteY1" fmla="*/ 423478 h 788573"/>
                <a:gd name="connsiteX2" fmla="*/ 423478 w 788573"/>
                <a:gd name="connsiteY2" fmla="*/ 643033 h 788573"/>
                <a:gd name="connsiteX3" fmla="*/ 0 w 788573"/>
                <a:gd name="connsiteY3" fmla="*/ 643033 h 788573"/>
                <a:gd name="connsiteX4" fmla="*/ 0 w 788573"/>
                <a:gd name="connsiteY4" fmla="*/ 788574 h 788573"/>
                <a:gd name="connsiteX5" fmla="*/ 423478 w 788573"/>
                <a:gd name="connsiteY5" fmla="*/ 788574 h 788573"/>
                <a:gd name="connsiteX6" fmla="*/ 788574 w 788573"/>
                <a:gd name="connsiteY6" fmla="*/ 423478 h 788573"/>
                <a:gd name="connsiteX7" fmla="*/ 788574 w 788573"/>
                <a:gd name="connsiteY7" fmla="*/ 0 h 788573"/>
                <a:gd name="connsiteX8" fmla="*/ 643033 w 788573"/>
                <a:gd name="connsiteY8" fmla="*/ 0 h 78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88573" h="788573">
                  <a:moveTo>
                    <a:pt x="643033" y="0"/>
                  </a:moveTo>
                  <a:lnTo>
                    <a:pt x="643033" y="423478"/>
                  </a:lnTo>
                  <a:cubicBezTo>
                    <a:pt x="643033" y="544531"/>
                    <a:pt x="544531" y="643033"/>
                    <a:pt x="423478" y="643033"/>
                  </a:cubicBezTo>
                  <a:lnTo>
                    <a:pt x="0" y="643033"/>
                  </a:lnTo>
                  <a:lnTo>
                    <a:pt x="0" y="788574"/>
                  </a:lnTo>
                  <a:lnTo>
                    <a:pt x="423478" y="788574"/>
                  </a:lnTo>
                  <a:cubicBezTo>
                    <a:pt x="624772" y="788574"/>
                    <a:pt x="788574" y="624772"/>
                    <a:pt x="788574" y="423478"/>
                  </a:cubicBezTo>
                  <a:lnTo>
                    <a:pt x="788574" y="0"/>
                  </a:lnTo>
                  <a:lnTo>
                    <a:pt x="643033" y="0"/>
                  </a:lnTo>
                  <a:close/>
                </a:path>
              </a:pathLst>
            </a:custGeom>
            <a:grpFill/>
            <a:ln w="138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CA" dirty="0"/>
            </a:p>
          </p:txBody>
        </p:sp>
      </p:grpSp>
      <p:sp>
        <p:nvSpPr>
          <p:cNvPr id="12" name="Titre 1">
            <a:extLst>
              <a:ext uri="{FF2B5EF4-FFF2-40B4-BE49-F238E27FC236}">
                <a16:creationId xmlns:a16="http://schemas.microsoft.com/office/drawing/2014/main" id="{5C1AAFA2-CA50-0C02-6B8C-382E6053A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71974" y="2846535"/>
            <a:ext cx="1833273" cy="1183154"/>
          </a:xfrm>
          <a:prstGeom prst="rect">
            <a:avLst/>
          </a:prstGeom>
        </p:spPr>
        <p:txBody>
          <a:bodyPr anchor="ctr"/>
          <a:lstStyle>
            <a:lvl1pPr algn="ctr">
              <a:defRPr sz="110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01</a:t>
            </a:r>
            <a:endParaRPr lang="en-US" dirty="0"/>
          </a:p>
        </p:txBody>
      </p:sp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59131B87-8E92-7D6D-57D4-386A1CA63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6785" y="2044460"/>
            <a:ext cx="4349472" cy="276045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4" name="Picture 7">
            <a:extLst>
              <a:ext uri="{FF2B5EF4-FFF2-40B4-BE49-F238E27FC236}">
                <a16:creationId xmlns:a16="http://schemas.microsoft.com/office/drawing/2014/main" id="{961C141D-750B-B5C0-1D6D-042AE830FC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5060" y="540181"/>
            <a:ext cx="2442363" cy="546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754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-box 3 col. content - contenu 3 col 2 boi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AF077E-94E8-410A-941F-1E51B36B3D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2100" y="1460500"/>
            <a:ext cx="3911600" cy="4716463"/>
          </a:xfrm>
          <a:prstGeom prst="rect">
            <a:avLst/>
          </a:prstGeom>
          <a:solidFill>
            <a:schemeClr val="tx1"/>
          </a:solidFill>
        </p:spPr>
        <p:txBody>
          <a:bodyPr lIns="360000" tIns="360000" rIns="360000" bIns="360000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39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8388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3pPr>
            <a:lvl4pPr marL="12960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4pPr>
            <a:lvl5pPr marL="1753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E793A5E-7B93-48E8-B4F6-3D9D924AE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46052"/>
            <a:ext cx="8382000" cy="542664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Sous-titre 2">
            <a:extLst>
              <a:ext uri="{FF2B5EF4-FFF2-40B4-BE49-F238E27FC236}">
                <a16:creationId xmlns:a16="http://schemas.microsoft.com/office/drawing/2014/main" id="{D19DF6D4-C0F9-48BA-9108-2E36C3633532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92100" y="720468"/>
            <a:ext cx="8382000" cy="415664"/>
          </a:xfrm>
          <a:prstGeom prst="rect">
            <a:avLst/>
          </a:prstGeom>
          <a:noFill/>
        </p:spPr>
        <p:txBody>
          <a:bodyPr lIns="90000" tIns="72000" rIns="90000" bIns="72000"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6E774ADA-B0FB-478A-8A1E-1171D13518F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203700" y="1460500"/>
            <a:ext cx="7696200" cy="4716463"/>
          </a:xfrm>
          <a:prstGeom prst="rect">
            <a:avLst/>
          </a:prstGeom>
          <a:noFill/>
        </p:spPr>
        <p:txBody>
          <a:bodyPr lIns="360000" tIns="360000" rIns="360000" bIns="360000" numCol="2" spcCol="36000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39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8388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12960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1753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32D0FFB6-BEB0-415F-A818-09FB5CA05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‹#›</a:t>
            </a:fld>
            <a:endParaRPr lang="en-US" sz="1400" b="1" dirty="0">
              <a:solidFill>
                <a:schemeClr val="accent1"/>
              </a:solidFill>
              <a:latin typeface="+mj-lt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80DD089-605C-D270-6133-B32A0147F7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02E86E8-D045-09C0-175D-CCA0D938573F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cs typeface="Calibri Light" panose="020F0302020204030204" pitchFamily="34" charset="0"/>
              </a:rPr>
              <a:t>© Mitsubishi HC Capital Canada 2025.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5229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box content - contenu 3 boi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AF077E-94E8-410A-941F-1E51B36B3D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2100" y="1460500"/>
            <a:ext cx="3619500" cy="471646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lIns="360000" tIns="360000" rIns="360000" bIns="36000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39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8388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12960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1753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B483F5BC-E705-4594-8F69-A2584C3409B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286250" y="1460500"/>
            <a:ext cx="3619500" cy="4716463"/>
          </a:xfrm>
          <a:prstGeom prst="rect">
            <a:avLst/>
          </a:prstGeom>
          <a:noFill/>
        </p:spPr>
        <p:txBody>
          <a:bodyPr lIns="360000" tIns="360000" rIns="360000" bIns="36000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39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8388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12960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1753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691BB7B1-4DA3-4707-88B2-30229628DCBC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280400" y="1460500"/>
            <a:ext cx="3619500" cy="4716463"/>
          </a:xfrm>
          <a:prstGeom prst="rect">
            <a:avLst/>
          </a:prstGeom>
          <a:noFill/>
        </p:spPr>
        <p:txBody>
          <a:bodyPr lIns="360000" tIns="360000" rIns="360000" bIns="36000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39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8388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12960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1753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Espace réservé du numéro de diapositive 5">
            <a:extLst>
              <a:ext uri="{FF2B5EF4-FFF2-40B4-BE49-F238E27FC236}">
                <a16:creationId xmlns:a16="http://schemas.microsoft.com/office/drawing/2014/main" id="{717A1FF6-DF5A-4BF6-8E12-711B6F956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‹#›</a:t>
            </a:fld>
            <a:endParaRPr lang="en-US" sz="1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8D7E29BC-0AA9-3944-1875-DB6E32417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46052"/>
            <a:ext cx="8382000" cy="542664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DBE3BDAB-B470-2A08-BDA3-7F02A6974E9A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92100" y="720468"/>
            <a:ext cx="8382000" cy="415664"/>
          </a:xfrm>
          <a:prstGeom prst="rect">
            <a:avLst/>
          </a:prstGeom>
          <a:noFill/>
        </p:spPr>
        <p:txBody>
          <a:bodyPr lIns="90000" tIns="72000" rIns="90000" bIns="72000"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FA1B5409-B357-CD2D-B6D6-DDE100C661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4B41C91F-0E79-3968-8FFE-2C15F561D356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cs typeface="Calibri Light" panose="020F0302020204030204" pitchFamily="34" charset="0"/>
              </a:rPr>
              <a:t>© Mitsubishi HC Capital Canada 2025.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08470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0/50 text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79A3D40-84E1-4C94-948D-CEF3749013F5}"/>
              </a:ext>
            </a:extLst>
          </p:cNvPr>
          <p:cNvSpPr/>
          <p:nvPr userDrawn="1"/>
        </p:nvSpPr>
        <p:spPr>
          <a:xfrm>
            <a:off x="292100" y="1393050"/>
            <a:ext cx="5803900" cy="49061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EBEA3FB-90F3-4D46-A242-14959F995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5156" y="1740435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8630E79F-D4C2-46A8-8687-A5714C88303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15156" y="2821264"/>
            <a:ext cx="5157787" cy="3173136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Espace réservé pour une image  18">
            <a:extLst>
              <a:ext uri="{FF2B5EF4-FFF2-40B4-BE49-F238E27FC236}">
                <a16:creationId xmlns:a16="http://schemas.microsoft.com/office/drawing/2014/main" id="{725C576E-4E39-4450-9D29-69E336D99D0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1" y="1392793"/>
            <a:ext cx="5803900" cy="49061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1" name="Espace réservé du numéro de diapositive 5">
            <a:extLst>
              <a:ext uri="{FF2B5EF4-FFF2-40B4-BE49-F238E27FC236}">
                <a16:creationId xmlns:a16="http://schemas.microsoft.com/office/drawing/2014/main" id="{911CC7C8-E969-47C4-BE69-A7BAB0827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‹#›</a:t>
            </a:fld>
            <a:endParaRPr lang="en-US" sz="1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55430FF-6B70-F789-4A72-F705F986F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46052"/>
            <a:ext cx="8382000" cy="542664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3C547173-FEB6-4D86-64C3-FCF89D585E6F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92100" y="720468"/>
            <a:ext cx="8382000" cy="415664"/>
          </a:xfrm>
          <a:prstGeom prst="rect">
            <a:avLst/>
          </a:prstGeom>
          <a:noFill/>
        </p:spPr>
        <p:txBody>
          <a:bodyPr lIns="90000" tIns="72000" rIns="90000" bIns="72000"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69EA723-6A35-5BD3-C898-EA6B7B966E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CF5B33DF-6E29-28FE-FB60-78A4EB87F21C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cs typeface="Calibri Light" panose="020F0302020204030204" pitchFamily="34" charset="0"/>
              </a:rPr>
              <a:t>© Mitsubishi HC Capital Canada 2025.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15772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/3_text - 2/3_image-graph - 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EBEA3FB-90F3-4D46-A242-14959F995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2101" y="1392792"/>
            <a:ext cx="4127500" cy="1159907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8630E79F-D4C2-46A8-8687-A5714C88303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92101" y="2705099"/>
            <a:ext cx="4127500" cy="359384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Espace réservé du contenu 2">
            <a:extLst>
              <a:ext uri="{FF2B5EF4-FFF2-40B4-BE49-F238E27FC236}">
                <a16:creationId xmlns:a16="http://schemas.microsoft.com/office/drawing/2014/main" id="{72495BEA-529C-47B8-880F-141CF8A9C88E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762500" y="1392792"/>
            <a:ext cx="7137399" cy="4906150"/>
          </a:xfrm>
          <a:prstGeom prst="rect">
            <a:avLst/>
          </a:prstGeom>
          <a:noFill/>
        </p:spPr>
        <p:txBody>
          <a:bodyPr lIns="72000" tIns="72000" rIns="72000" bIns="72000" numCol="1" spcCol="36000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39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8388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12960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1753200" indent="-180000">
              <a:buClr>
                <a:schemeClr val="accent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C48286AC-0A86-48CB-B688-74B85F267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‹#›</a:t>
            </a:fld>
            <a:endParaRPr lang="en-US" sz="1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FF57F95-8001-9CFE-9AE3-49DF19198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46052"/>
            <a:ext cx="8382000" cy="542664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06246886-0A51-2FBD-6719-C623C4D1D51C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92100" y="720468"/>
            <a:ext cx="8382000" cy="415664"/>
          </a:xfrm>
          <a:prstGeom prst="rect">
            <a:avLst/>
          </a:prstGeom>
          <a:noFill/>
        </p:spPr>
        <p:txBody>
          <a:bodyPr lIns="90000" tIns="72000" rIns="90000" bIns="72000"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358E407-2644-ACAB-B203-4AE184F7A7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F898637F-483D-C480-5C99-BF36508554D9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cs typeface="Calibri Light" panose="020F0302020204030204" pitchFamily="34" charset="0"/>
              </a:rPr>
              <a:t>© Mitsubishi HC Capital Canada 2025.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381005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ta highlight - souligne des donne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EBEA3FB-90F3-4D46-A242-14959F995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2101" y="1392792"/>
            <a:ext cx="11584918" cy="237198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8630E79F-D4C2-46A8-8687-A5714C88303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92101" y="5164436"/>
            <a:ext cx="5473700" cy="791864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Espace réservé du texte 2">
            <a:extLst>
              <a:ext uri="{FF2B5EF4-FFF2-40B4-BE49-F238E27FC236}">
                <a16:creationId xmlns:a16="http://schemas.microsoft.com/office/drawing/2014/main" id="{30AD63EF-8251-455A-943D-C2FBF900A7F0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92101" y="4212194"/>
            <a:ext cx="5473700" cy="926842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100 %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AAAB538C-D14A-4194-AAA0-6DEB9B616F3C}"/>
              </a:ext>
            </a:extLst>
          </p:cNvPr>
          <p:cNvCxnSpPr>
            <a:cxnSpLocks/>
          </p:cNvCxnSpPr>
          <p:nvPr userDrawn="1"/>
        </p:nvCxnSpPr>
        <p:spPr>
          <a:xfrm>
            <a:off x="6096000" y="4027786"/>
            <a:ext cx="0" cy="2131714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9" name="Espace réservé du texte 2">
            <a:extLst>
              <a:ext uri="{FF2B5EF4-FFF2-40B4-BE49-F238E27FC236}">
                <a16:creationId xmlns:a16="http://schemas.microsoft.com/office/drawing/2014/main" id="{5DB4C81D-79BB-49D1-AB60-DA24C66C686C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6426201" y="5164436"/>
            <a:ext cx="5450818" cy="791864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Espace réservé du texte 2">
            <a:extLst>
              <a:ext uri="{FF2B5EF4-FFF2-40B4-BE49-F238E27FC236}">
                <a16:creationId xmlns:a16="http://schemas.microsoft.com/office/drawing/2014/main" id="{17F8EB1F-235F-4F56-9E3A-74E68BBEC6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426201" y="4212194"/>
            <a:ext cx="5450818" cy="926842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60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167,850</a:t>
            </a:r>
          </a:p>
        </p:txBody>
      </p:sp>
      <p:sp>
        <p:nvSpPr>
          <p:cNvPr id="15" name="Espace réservé du numéro de diapositive 5">
            <a:extLst>
              <a:ext uri="{FF2B5EF4-FFF2-40B4-BE49-F238E27FC236}">
                <a16:creationId xmlns:a16="http://schemas.microsoft.com/office/drawing/2014/main" id="{5A4D534E-EC4B-48BC-8640-B0D4BD66C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‹#›</a:t>
            </a:fld>
            <a:endParaRPr lang="en-US" sz="1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6236ED6-D1E2-63F0-B4A9-8AB9A4474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46052"/>
            <a:ext cx="8382000" cy="542664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35C0DDD9-7853-1165-8B84-AC2B12A6C8E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92100" y="720468"/>
            <a:ext cx="8382000" cy="415664"/>
          </a:xfrm>
          <a:prstGeom prst="rect">
            <a:avLst/>
          </a:prstGeom>
          <a:noFill/>
        </p:spPr>
        <p:txBody>
          <a:bodyPr lIns="90000" tIns="72000" rIns="90000" bIns="72000"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A22DAEB-4939-4E55-0F0E-B5C1441EBD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AE68BA5A-96C0-487D-AC75-11AC9D9B7C2B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cs typeface="Calibri Light" panose="020F0302020204030204" pitchFamily="34" charset="0"/>
              </a:rPr>
              <a:t>© Mitsubishi HC Capital Canada 2025.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234237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ght-div horiz - 1/3_text - 2/3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682D688-9ADA-45E9-9ACE-3DADFDFBF2F4}"/>
              </a:ext>
            </a:extLst>
          </p:cNvPr>
          <p:cNvSpPr/>
          <p:nvPr userDrawn="1"/>
        </p:nvSpPr>
        <p:spPr>
          <a:xfrm>
            <a:off x="317500" y="835285"/>
            <a:ext cx="4178300" cy="555916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81211BB4-2811-436C-9514-7F55B1714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300" y="1111252"/>
            <a:ext cx="3543300" cy="1314448"/>
          </a:xfrm>
          <a:prstGeom prst="rect">
            <a:avLst/>
          </a:prstGeom>
        </p:spPr>
        <p:txBody>
          <a:bodyPr anchor="t"/>
          <a:lstStyle>
            <a:lvl1pPr>
              <a:defRPr sz="3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28E63814-A83D-4A0A-A1D3-39D74B319EE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22300" y="2527299"/>
            <a:ext cx="3543300" cy="359384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B421EEB0-3132-4629-99A6-97E81BFCFD9E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686300" y="835285"/>
            <a:ext cx="7188200" cy="2466715"/>
          </a:xfrm>
          <a:prstGeom prst="rect">
            <a:avLst/>
          </a:prstGeom>
          <a:noFill/>
        </p:spPr>
        <p:txBody>
          <a:bodyPr lIns="72000" tIns="72000" rIns="72000" bIns="72000" numCol="1" spcCol="36000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39200" indent="-180000"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838800" indent="-180000"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1296000" indent="-180000">
              <a:buClrTx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1753200" indent="-180000">
              <a:buClrTx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6A6C2539-48DA-40FA-94CE-47852252C8BB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686300" y="3927735"/>
            <a:ext cx="7188200" cy="2466715"/>
          </a:xfrm>
          <a:prstGeom prst="rect">
            <a:avLst/>
          </a:prstGeom>
          <a:noFill/>
        </p:spPr>
        <p:txBody>
          <a:bodyPr lIns="72000" tIns="72000" rIns="72000" bIns="72000" numCol="1" spcCol="36000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39200" indent="-180000"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838800" indent="-180000">
              <a:buClrTx/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3pPr>
            <a:lvl4pPr marL="1296000" indent="-180000">
              <a:buClrTx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1753200" indent="-180000">
              <a:buClrTx/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DF5DD9E6-7603-4730-89E0-97650EE03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‹#›</a:t>
            </a:fld>
            <a:endParaRPr lang="en-US" sz="1400" b="1" dirty="0">
              <a:solidFill>
                <a:schemeClr val="accent1"/>
              </a:solidFill>
              <a:latin typeface="+mj-lt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43213899-1856-36CB-A750-92B8E16D7D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09A02993-F37D-5947-78FA-EF1848AA048A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cs typeface="Calibri Light" panose="020F0302020204030204" pitchFamily="34" charset="0"/>
              </a:rPr>
              <a:t>© Mitsubishi HC Capital Canada 2025.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444680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pty - Vide - Title - titre -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4561FCEC-45E2-4EB7-A9F8-427392988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‹#›</a:t>
            </a:fld>
            <a:endParaRPr lang="en-US" sz="1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2A97A68-9573-5AE6-E378-79F4408A3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46052"/>
            <a:ext cx="8382000" cy="542664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4A5A5C-26CE-D66A-99BA-4E139A209C1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92100" y="720468"/>
            <a:ext cx="8382000" cy="415664"/>
          </a:xfrm>
          <a:prstGeom prst="rect">
            <a:avLst/>
          </a:prstGeom>
          <a:noFill/>
        </p:spPr>
        <p:txBody>
          <a:bodyPr lIns="90000" tIns="72000" rIns="90000" bIns="72000"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A927359-1EC3-E6E4-5D27-16BCF8C3B7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A05EEC-7238-7B12-D018-F8BDBA28447F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cs typeface="Calibri Light" panose="020F0302020204030204" pitchFamily="34" charset="0"/>
              </a:rPr>
              <a:t>© Mitsubishi HC Capital Canada 2025.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796484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mpty - Vide - Title - titre -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4561FCEC-45E2-4EB7-A9F8-427392988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‹#›</a:t>
            </a:fld>
            <a:endParaRPr lang="en-US" sz="1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2A97A68-9573-5AE6-E378-79F4408A3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46052"/>
            <a:ext cx="8382000" cy="542664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4A5A5C-26CE-D66A-99BA-4E139A209C1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92100" y="720468"/>
            <a:ext cx="8382000" cy="415664"/>
          </a:xfrm>
          <a:prstGeom prst="rect">
            <a:avLst/>
          </a:prstGeom>
          <a:noFill/>
        </p:spPr>
        <p:txBody>
          <a:bodyPr lIns="90000" tIns="72000" rIns="90000" bIns="72000"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A927359-1EC3-E6E4-5D27-16BCF8C3B7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A05EEC-7238-7B12-D018-F8BDBA28447F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cs typeface="Calibri Light" panose="020F0302020204030204" pitchFamily="34" charset="0"/>
              </a:rPr>
              <a:t>© Mitsubishi HC Capital Canada 2025.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D654F893-0F5B-5F97-93C5-9E4823C2F833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92099" y="1396416"/>
            <a:ext cx="11569933" cy="4836604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41288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mpty - Vide - Title - titre -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4561FCEC-45E2-4EB7-A9F8-427392988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852" y="6419850"/>
            <a:ext cx="685918" cy="365125"/>
          </a:xfrm>
          <a:prstGeom prst="rect">
            <a:avLst/>
          </a:prstGeom>
        </p:spPr>
        <p:txBody>
          <a:bodyPr anchor="b"/>
          <a:lstStyle>
            <a:lvl1pPr algn="r">
              <a:defRPr sz="1050"/>
            </a:lvl1pPr>
          </a:lstStyle>
          <a:p>
            <a:fld id="{D6E8EC4C-53D7-454A-9D22-8E1E154A4606}" type="slidenum">
              <a:rPr lang="en-US" sz="1400" b="1" smtClean="0">
                <a:solidFill>
                  <a:schemeClr val="accent1"/>
                </a:solidFill>
                <a:latin typeface="+mj-lt"/>
              </a:rPr>
              <a:pPr/>
              <a:t>‹#›</a:t>
            </a:fld>
            <a:endParaRPr lang="en-US" sz="1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2A97A68-9573-5AE6-E378-79F4408A3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146052"/>
            <a:ext cx="8382000" cy="542664"/>
          </a:xfrm>
          <a:prstGeom prst="rect">
            <a:avLst/>
          </a:prstGeom>
        </p:spPr>
        <p:txBody>
          <a:bodyPr anchor="ctr"/>
          <a:lstStyle>
            <a:lvl1pPr>
              <a:defRPr sz="3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4A5A5C-26CE-D66A-99BA-4E139A209C1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292100" y="720468"/>
            <a:ext cx="8382000" cy="415664"/>
          </a:xfrm>
          <a:prstGeom prst="rect">
            <a:avLst/>
          </a:prstGeom>
          <a:noFill/>
        </p:spPr>
        <p:txBody>
          <a:bodyPr lIns="90000" tIns="72000" rIns="90000" bIns="72000"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A927359-1EC3-E6E4-5D27-16BCF8C3B7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4A05EEC-7238-7B12-D018-F8BDBA28447F}"/>
              </a:ext>
            </a:extLst>
          </p:cNvPr>
          <p:cNvSpPr txBox="1">
            <a:spLocks/>
          </p:cNvSpPr>
          <p:nvPr userDrawn="1"/>
        </p:nvSpPr>
        <p:spPr>
          <a:xfrm>
            <a:off x="5609645" y="6419850"/>
            <a:ext cx="5680304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r" defTabSz="9144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cs typeface="Calibri Light" panose="020F0302020204030204" pitchFamily="34" charset="0"/>
              </a:rPr>
              <a:t>© Mitsubishi HC Capital Canada 2025. Tous droits réservés. All rights reserved.</a:t>
            </a:r>
            <a:endParaRPr lang="en-US" sz="10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D654F893-0F5B-5F97-93C5-9E4823C2F833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292099" y="1396416"/>
            <a:ext cx="5563417" cy="4836604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Espace réservé du texte 2">
            <a:extLst>
              <a:ext uri="{FF2B5EF4-FFF2-40B4-BE49-F238E27FC236}">
                <a16:creationId xmlns:a16="http://schemas.microsoft.com/office/drawing/2014/main" id="{DF67E45A-AF52-D15D-1C0A-35B8FDD18838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336484" y="1392222"/>
            <a:ext cx="5563417" cy="4836604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57915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pty - Vide -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1456AB99-2268-1DD0-944C-4809DC3BA4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1" y="136525"/>
            <a:ext cx="3124197" cy="698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0397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mpty - Vide -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98787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st slide - Derniere diapo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ce réservé pour une image  15">
            <a:extLst>
              <a:ext uri="{FF2B5EF4-FFF2-40B4-BE49-F238E27FC236}">
                <a16:creationId xmlns:a16="http://schemas.microsoft.com/office/drawing/2014/main" id="{FDE6758D-0600-40A4-853E-8AB0568534F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554990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DC4E0861-90BC-4462-8D08-A00F27F6E89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414352" y="5897925"/>
            <a:ext cx="3634007" cy="5810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2D52F7B0-9496-478A-B66B-B0200484A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287" y="2667000"/>
            <a:ext cx="4127500" cy="2527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360000" tIns="360000" rIns="360000" bIns="360000" anchor="t"/>
          <a:lstStyle>
            <a:lvl1pPr marL="0" indent="0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261E0868-E46A-81B9-0EB7-3D28AC4598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86400" y="5651267"/>
            <a:ext cx="4802400" cy="107410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A8862195-07C7-A3A9-683B-7E9D660F268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5287" y="5906717"/>
            <a:ext cx="581024" cy="58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0510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st slide - Derniere diapo -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DC4E0861-90BC-4462-8D08-A00F27F6E89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414352" y="5897925"/>
            <a:ext cx="3634007" cy="5810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Espace réservé du texte 2">
            <a:extLst>
              <a:ext uri="{FF2B5EF4-FFF2-40B4-BE49-F238E27FC236}">
                <a16:creationId xmlns:a16="http://schemas.microsoft.com/office/drawing/2014/main" id="{16AE5122-ECEB-4DDC-82D8-6C0DDE115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5287" y="1062592"/>
            <a:ext cx="4801357" cy="314110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4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5A175F3C-65EF-04B2-D4C9-A6E93FBEA1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86400" y="5651267"/>
            <a:ext cx="4802400" cy="107410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5199563A-909E-8913-A231-61E8751AE83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5287" y="5906717"/>
            <a:ext cx="581024" cy="58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894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0806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88" r:id="rId2"/>
    <p:sldLayoutId id="214748365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9" r:id="rId16"/>
    <p:sldLayoutId id="2147483690" r:id="rId17"/>
    <p:sldLayoutId id="2147483685" r:id="rId18"/>
    <p:sldLayoutId id="2147483691" r:id="rId19"/>
    <p:sldLayoutId id="2147483686" r:id="rId20"/>
    <p:sldLayoutId id="2147483687" r:id="rId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9.jpeg"/><Relationship Id="rId4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13" Type="http://schemas.openxmlformats.org/officeDocument/2006/relationships/tags" Target="../tags/tag16.xml"/><Relationship Id="rId18" Type="http://schemas.openxmlformats.org/officeDocument/2006/relationships/tags" Target="../tags/tag21.xml"/><Relationship Id="rId26" Type="http://schemas.openxmlformats.org/officeDocument/2006/relationships/tags" Target="../tags/tag29.xml"/><Relationship Id="rId39" Type="http://schemas.openxmlformats.org/officeDocument/2006/relationships/image" Target="../media/image14.png"/><Relationship Id="rId3" Type="http://schemas.openxmlformats.org/officeDocument/2006/relationships/tags" Target="../tags/tag6.xml"/><Relationship Id="rId21" Type="http://schemas.openxmlformats.org/officeDocument/2006/relationships/tags" Target="../tags/tag24.xml"/><Relationship Id="rId34" Type="http://schemas.openxmlformats.org/officeDocument/2006/relationships/slideLayout" Target="../slideLayouts/slideLayout19.xml"/><Relationship Id="rId42" Type="http://schemas.openxmlformats.org/officeDocument/2006/relationships/image" Target="../media/image17.svg"/><Relationship Id="rId7" Type="http://schemas.openxmlformats.org/officeDocument/2006/relationships/tags" Target="../tags/tag10.xml"/><Relationship Id="rId12" Type="http://schemas.openxmlformats.org/officeDocument/2006/relationships/tags" Target="../tags/tag15.xml"/><Relationship Id="rId17" Type="http://schemas.openxmlformats.org/officeDocument/2006/relationships/tags" Target="../tags/tag20.xml"/><Relationship Id="rId25" Type="http://schemas.openxmlformats.org/officeDocument/2006/relationships/tags" Target="../tags/tag28.xml"/><Relationship Id="rId33" Type="http://schemas.openxmlformats.org/officeDocument/2006/relationships/tags" Target="../tags/tag36.xml"/><Relationship Id="rId38" Type="http://schemas.openxmlformats.org/officeDocument/2006/relationships/image" Target="../media/image13.svg"/><Relationship Id="rId2" Type="http://schemas.openxmlformats.org/officeDocument/2006/relationships/tags" Target="../tags/tag5.xml"/><Relationship Id="rId16" Type="http://schemas.openxmlformats.org/officeDocument/2006/relationships/tags" Target="../tags/tag19.xml"/><Relationship Id="rId20" Type="http://schemas.openxmlformats.org/officeDocument/2006/relationships/tags" Target="../tags/tag23.xml"/><Relationship Id="rId29" Type="http://schemas.openxmlformats.org/officeDocument/2006/relationships/tags" Target="../tags/tag32.xml"/><Relationship Id="rId41" Type="http://schemas.openxmlformats.org/officeDocument/2006/relationships/image" Target="../media/image16.png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tags" Target="../tags/tag14.xml"/><Relationship Id="rId24" Type="http://schemas.openxmlformats.org/officeDocument/2006/relationships/tags" Target="../tags/tag27.xml"/><Relationship Id="rId32" Type="http://schemas.openxmlformats.org/officeDocument/2006/relationships/tags" Target="../tags/tag35.xml"/><Relationship Id="rId37" Type="http://schemas.openxmlformats.org/officeDocument/2006/relationships/image" Target="../media/image12.png"/><Relationship Id="rId40" Type="http://schemas.openxmlformats.org/officeDocument/2006/relationships/image" Target="../media/image15.svg"/><Relationship Id="rId45" Type="http://schemas.openxmlformats.org/officeDocument/2006/relationships/image" Target="../media/image20.png"/><Relationship Id="rId5" Type="http://schemas.openxmlformats.org/officeDocument/2006/relationships/tags" Target="../tags/tag8.xml"/><Relationship Id="rId15" Type="http://schemas.openxmlformats.org/officeDocument/2006/relationships/tags" Target="../tags/tag18.xml"/><Relationship Id="rId23" Type="http://schemas.openxmlformats.org/officeDocument/2006/relationships/tags" Target="../tags/tag26.xml"/><Relationship Id="rId28" Type="http://schemas.openxmlformats.org/officeDocument/2006/relationships/tags" Target="../tags/tag31.xml"/><Relationship Id="rId36" Type="http://schemas.openxmlformats.org/officeDocument/2006/relationships/image" Target="../media/image11.svg"/><Relationship Id="rId10" Type="http://schemas.openxmlformats.org/officeDocument/2006/relationships/tags" Target="../tags/tag13.xml"/><Relationship Id="rId19" Type="http://schemas.openxmlformats.org/officeDocument/2006/relationships/tags" Target="../tags/tag22.xml"/><Relationship Id="rId31" Type="http://schemas.openxmlformats.org/officeDocument/2006/relationships/tags" Target="../tags/tag34.xml"/><Relationship Id="rId44" Type="http://schemas.openxmlformats.org/officeDocument/2006/relationships/image" Target="../media/image19.svg"/><Relationship Id="rId4" Type="http://schemas.openxmlformats.org/officeDocument/2006/relationships/tags" Target="../tags/tag7.xml"/><Relationship Id="rId9" Type="http://schemas.openxmlformats.org/officeDocument/2006/relationships/tags" Target="../tags/tag12.xml"/><Relationship Id="rId14" Type="http://schemas.openxmlformats.org/officeDocument/2006/relationships/tags" Target="../tags/tag17.xml"/><Relationship Id="rId22" Type="http://schemas.openxmlformats.org/officeDocument/2006/relationships/tags" Target="../tags/tag25.xml"/><Relationship Id="rId27" Type="http://schemas.openxmlformats.org/officeDocument/2006/relationships/tags" Target="../tags/tag30.xml"/><Relationship Id="rId30" Type="http://schemas.openxmlformats.org/officeDocument/2006/relationships/tags" Target="../tags/tag33.xml"/><Relationship Id="rId35" Type="http://schemas.openxmlformats.org/officeDocument/2006/relationships/image" Target="../media/image10.png"/><Relationship Id="rId4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 descr="A close-up of people holding a pen and a notebook&#10;&#10;AI-generated content may be incorrect.">
            <a:extLst>
              <a:ext uri="{FF2B5EF4-FFF2-40B4-BE49-F238E27FC236}">
                <a16:creationId xmlns:a16="http://schemas.microsoft.com/office/drawing/2014/main" id="{C7575CCF-E3D5-71B2-F149-A683DF7A9674}"/>
              </a:ext>
            </a:extLst>
          </p:cNvPr>
          <p:cNvPicPr>
            <a:picLocks noGrp="1" noChangeAspect="1"/>
          </p:cNvPicPr>
          <p:nvPr>
            <p:ph type="pic" sz="quarter" idx="10"/>
            <p:custDataLst>
              <p:tags r:id="rId1"/>
            </p:custDataLst>
          </p:nvPr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F8F9AAB4-8013-2391-44DF-337FAEBC830B}"/>
              </a:ext>
            </a:extLst>
          </p:cNvPr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469641" y="2984500"/>
            <a:ext cx="4940559" cy="2459564"/>
          </a:xfrm>
        </p:spPr>
        <p:txBody>
          <a:bodyPr/>
          <a:lstStyle/>
          <a:p>
            <a:pPr>
              <a:lnSpc>
                <a:spcPct val="70000"/>
              </a:lnSpc>
              <a:spcBef>
                <a:spcPts val="0"/>
              </a:spcBef>
            </a:pPr>
            <a:r>
              <a:rPr lang="en-US" dirty="0"/>
              <a:t>Private Credit Platform</a:t>
            </a:r>
            <a:br>
              <a:rPr lang="en-US" sz="2000" dirty="0"/>
            </a:br>
            <a:br>
              <a:rPr lang="en-US" sz="2000" dirty="0"/>
            </a:br>
            <a:r>
              <a:rPr lang="en-US" sz="3200" dirty="0">
                <a:solidFill>
                  <a:schemeClr val="tx2"/>
                </a:solidFill>
              </a:rPr>
              <a:t>Overview</a:t>
            </a:r>
            <a:endParaRPr lang="en-CA" dirty="0">
              <a:solidFill>
                <a:schemeClr val="tx2"/>
              </a:solidFill>
            </a:endParaRP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A6460A9F-998D-5DF1-2330-0ABACC121584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469641" y="5250732"/>
            <a:ext cx="4940559" cy="1256068"/>
          </a:xfrm>
        </p:spPr>
        <p:txBody>
          <a:bodyPr tIns="0"/>
          <a:lstStyle/>
          <a:p>
            <a:r>
              <a:rPr lang="en-US" sz="2800" dirty="0"/>
              <a:t>April 2025</a:t>
            </a:r>
            <a:endParaRPr lang="en-CA" sz="2800" dirty="0"/>
          </a:p>
          <a:p>
            <a:r>
              <a:rPr lang="en-US" sz="1000" dirty="0"/>
              <a:t>USD figures unless otherwise indicated</a:t>
            </a:r>
          </a:p>
          <a:p>
            <a:r>
              <a:rPr lang="en-US" sz="1000" dirty="0"/>
              <a:t>Information presented as of March 31</a:t>
            </a:r>
            <a:r>
              <a:rPr lang="en-US" sz="1000" baseline="30000" dirty="0"/>
              <a:t>st</a:t>
            </a:r>
            <a:r>
              <a:rPr lang="en-US" sz="1000" dirty="0"/>
              <a:t>, 2024</a:t>
            </a:r>
          </a:p>
        </p:txBody>
      </p:sp>
    </p:spTree>
    <p:extLst>
      <p:ext uri="{BB962C8B-B14F-4D97-AF65-F5344CB8AC3E}">
        <p14:creationId xmlns:p14="http://schemas.microsoft.com/office/powerpoint/2010/main" val="193234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389BD-BF78-31A6-3BEE-9E753CED5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6EC2D21-AA55-0F7D-EBA4-BFB9C371820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" y="0"/>
            <a:ext cx="2056240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DACDAD3-11B9-8373-702F-4DAB1B7E5E8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72121" y="4215700"/>
            <a:ext cx="1512000" cy="1367398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288000" rIns="72000" bIns="180000" rtlCol="0" anchor="t" anchorCtr="0"/>
          <a:lstStyle/>
          <a:p>
            <a:pPr algn="ctr">
              <a:lnSpc>
                <a:spcPct val="90000"/>
              </a:lnSpc>
              <a:spcAft>
                <a:spcPts val="300"/>
              </a:spcAft>
              <a:defRPr/>
            </a:pPr>
            <a:r>
              <a:rPr lang="en-US" sz="1400" b="1" kern="0" dirty="0">
                <a:latin typeface="+mj-lt"/>
                <a:cs typeface="Arial" panose="020B0604020202020204" pitchFamily="34" charset="0"/>
              </a:rPr>
              <a:t>Global Network</a:t>
            </a:r>
          </a:p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Operate in</a:t>
            </a:r>
            <a:b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</a:b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20+ countries</a:t>
            </a:r>
          </a:p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30 000+ clients in North America</a:t>
            </a:r>
            <a:endParaRPr kumimoji="0" lang="fr-CA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2470D00-94D6-CCEE-D8F0-AC051EE69AB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72121" y="2626043"/>
            <a:ext cx="1512000" cy="1367398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288000" rIns="72000" bIns="180000" rtlCol="0" anchor="t" anchorCtr="0"/>
          <a:lstStyle/>
          <a:p>
            <a:pPr algn="ctr">
              <a:lnSpc>
                <a:spcPct val="90000"/>
              </a:lnSpc>
              <a:spcAft>
                <a:spcPts val="300"/>
              </a:spcAft>
              <a:defRPr/>
            </a:pPr>
            <a:r>
              <a:rPr lang="en-US" sz="1400" b="1" kern="0" dirty="0">
                <a:latin typeface="+mj-lt"/>
                <a:cs typeface="Arial" panose="020B0604020202020204" pitchFamily="34" charset="0"/>
              </a:rPr>
              <a:t>Dependable Partner</a:t>
            </a:r>
          </a:p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A- S&amp;P credit rating  (Dec. 31</a:t>
            </a:r>
            <a:r>
              <a:rPr kumimoji="0" lang="en-US" sz="1200" b="0" i="0" u="none" strike="noStrike" kern="0" cap="none" spc="0" normalizeH="0" baseline="3000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st</a:t>
            </a:r>
            <a:r>
              <a:rPr lang="en-US" sz="1200" kern="0" dirty="0">
                <a:latin typeface="+mj-lt"/>
                <a:cs typeface="Arial" panose="020B0604020202020204" pitchFamily="34" charset="0"/>
              </a:rPr>
              <a:t>,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2024)</a:t>
            </a:r>
          </a:p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50+ years in business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CB8A372-6015-D65C-A45F-873FB283F4CE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72121" y="1635911"/>
            <a:ext cx="1512000" cy="74917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288000" rIns="72000" bIns="180000" rtlCol="0" anchor="t" anchorCtr="0"/>
          <a:lstStyle/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Significant Capital</a:t>
            </a:r>
          </a:p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$</a:t>
            </a:r>
            <a:r>
              <a:rPr lang="en-US" sz="1200" kern="0" dirty="0">
                <a:latin typeface="+mj-lt"/>
                <a:cs typeface="Arial" panose="020B0604020202020204" pitchFamily="34" charset="0"/>
              </a:rPr>
              <a:t>100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B AUM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EBC6D28-82AC-D034-21E2-C27A7421C9E1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884584" y="0"/>
            <a:ext cx="6307416" cy="68580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6DD5D10-0D6A-7FE0-B67B-ABEFF2911CB2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841537" y="1502245"/>
            <a:ext cx="373168" cy="377879"/>
            <a:chOff x="663905" y="900820"/>
            <a:chExt cx="510363" cy="510363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2FAAF8D-3FAF-6ED7-0186-7D207CD9D96C}"/>
                </a:ext>
              </a:extLst>
            </p:cNvPr>
            <p:cNvSpPr/>
            <p:nvPr/>
          </p:nvSpPr>
          <p:spPr>
            <a:xfrm>
              <a:off x="663905" y="900820"/>
              <a:ext cx="510363" cy="510363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pic>
          <p:nvPicPr>
            <p:cNvPr id="4" name="Graphique 69" descr="Pie chart avec un remplissage uni">
              <a:extLst>
                <a:ext uri="{FF2B5EF4-FFF2-40B4-BE49-F238E27FC236}">
                  <a16:creationId xmlns:a16="http://schemas.microsoft.com/office/drawing/2014/main" id="{061370A9-9957-032F-1FE3-774D874E1A4D}"/>
                </a:ext>
              </a:extLst>
            </p:cNvPr>
            <p:cNvPicPr>
              <a:picLocks noChangeAspect="1"/>
            </p:cNvPicPr>
            <p:nvPr>
              <p:custDataLst>
                <p:tags r:id="rId33"/>
              </p:custDataLst>
            </p:nvPr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691349" y="928264"/>
              <a:ext cx="455474" cy="455474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72A285A-B4C1-5A61-0AC1-264E6EDFD1F6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841538" y="2493394"/>
            <a:ext cx="373167" cy="394851"/>
            <a:chOff x="663905" y="2105051"/>
            <a:chExt cx="510363" cy="533286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0098C844-605E-5640-063D-EC6F4A58EB41}"/>
                </a:ext>
              </a:extLst>
            </p:cNvPr>
            <p:cNvSpPr/>
            <p:nvPr/>
          </p:nvSpPr>
          <p:spPr>
            <a:xfrm>
              <a:off x="663905" y="2105051"/>
              <a:ext cx="510363" cy="510363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7" name="Groupe 60">
              <a:extLst>
                <a:ext uri="{FF2B5EF4-FFF2-40B4-BE49-F238E27FC236}">
                  <a16:creationId xmlns:a16="http://schemas.microsoft.com/office/drawing/2014/main" id="{A26AEED8-D476-73A3-E26C-D24991888CE5}"/>
                </a:ext>
              </a:extLst>
            </p:cNvPr>
            <p:cNvGrpSpPr/>
            <p:nvPr>
              <p:custDataLst>
                <p:tags r:id="rId32"/>
              </p:custDataLst>
            </p:nvPr>
          </p:nvGrpSpPr>
          <p:grpSpPr>
            <a:xfrm>
              <a:off x="709304" y="2156551"/>
              <a:ext cx="419565" cy="481786"/>
              <a:chOff x="3836030" y="5087298"/>
              <a:chExt cx="914400" cy="954550"/>
            </a:xfrm>
            <a:solidFill>
              <a:schemeClr val="bg1"/>
            </a:solidFill>
          </p:grpSpPr>
          <p:pic>
            <p:nvPicPr>
              <p:cNvPr id="8" name="Graphique 61" descr="Credit card avec un remplissage uni">
                <a:extLst>
                  <a:ext uri="{FF2B5EF4-FFF2-40B4-BE49-F238E27FC236}">
                    <a16:creationId xmlns:a16="http://schemas.microsoft.com/office/drawing/2014/main" id="{EB4A80A3-B054-CE2A-C5B3-25FD437523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8"/>
                  </a:ext>
                </a:extLst>
              </a:blip>
              <a:srcRect/>
              <a:stretch/>
            </p:blipFill>
            <p:spPr>
              <a:xfrm>
                <a:off x="3836030" y="5127449"/>
                <a:ext cx="914400" cy="914399"/>
              </a:xfrm>
              <a:prstGeom prst="rect">
                <a:avLst/>
              </a:prstGeom>
            </p:spPr>
          </p:pic>
          <p:sp>
            <p:nvSpPr>
              <p:cNvPr id="9" name="Étoile : 5 branches 62">
                <a:extLst>
                  <a:ext uri="{FF2B5EF4-FFF2-40B4-BE49-F238E27FC236}">
                    <a16:creationId xmlns:a16="http://schemas.microsoft.com/office/drawing/2014/main" id="{629E3933-EFE7-6CA4-F68A-6799736B189C}"/>
                  </a:ext>
                </a:extLst>
              </p:cNvPr>
              <p:cNvSpPr/>
              <p:nvPr/>
            </p:nvSpPr>
            <p:spPr>
              <a:xfrm>
                <a:off x="3920519" y="5087298"/>
                <a:ext cx="186922" cy="186922"/>
              </a:xfrm>
              <a:prstGeom prst="star5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CA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0" name="Étoile : 5 branches 63">
                <a:extLst>
                  <a:ext uri="{FF2B5EF4-FFF2-40B4-BE49-F238E27FC236}">
                    <a16:creationId xmlns:a16="http://schemas.microsoft.com/office/drawing/2014/main" id="{9BA60458-60F4-84A8-3B89-1525BAD2CB42}"/>
                  </a:ext>
                </a:extLst>
              </p:cNvPr>
              <p:cNvSpPr/>
              <p:nvPr/>
            </p:nvSpPr>
            <p:spPr>
              <a:xfrm>
                <a:off x="4199768" y="5087298"/>
                <a:ext cx="186922" cy="186922"/>
              </a:xfrm>
              <a:prstGeom prst="star5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CA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1" name="Étoile : 5 branches 64">
                <a:extLst>
                  <a:ext uri="{FF2B5EF4-FFF2-40B4-BE49-F238E27FC236}">
                    <a16:creationId xmlns:a16="http://schemas.microsoft.com/office/drawing/2014/main" id="{F271D037-3E1D-00A5-1300-C40DD0EFB87A}"/>
                  </a:ext>
                </a:extLst>
              </p:cNvPr>
              <p:cNvSpPr/>
              <p:nvPr/>
            </p:nvSpPr>
            <p:spPr>
              <a:xfrm>
                <a:off x="4479563" y="5087298"/>
                <a:ext cx="186922" cy="186922"/>
              </a:xfrm>
              <a:prstGeom prst="star5">
                <a:avLst/>
              </a:prstGeom>
              <a:grp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CA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EF9A279-7F2B-92B1-7EA5-3AFA913E20F8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841537" y="4083083"/>
            <a:ext cx="373168" cy="377879"/>
            <a:chOff x="3169208" y="900820"/>
            <a:chExt cx="510363" cy="510363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76D752DB-D1A7-7B52-B300-8D9137C3F9AD}"/>
                </a:ext>
              </a:extLst>
            </p:cNvPr>
            <p:cNvSpPr/>
            <p:nvPr/>
          </p:nvSpPr>
          <p:spPr>
            <a:xfrm>
              <a:off x="3169208" y="900820"/>
              <a:ext cx="510363" cy="510363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pic>
          <p:nvPicPr>
            <p:cNvPr id="14" name="Graphique 56" descr="Earth globe: Americas avec un remplissage uni">
              <a:extLst>
                <a:ext uri="{FF2B5EF4-FFF2-40B4-BE49-F238E27FC236}">
                  <a16:creationId xmlns:a16="http://schemas.microsoft.com/office/drawing/2014/main" id="{77762041-646B-1281-47E4-E5F0F84F5109}"/>
                </a:ext>
              </a:extLst>
            </p:cNvPr>
            <p:cNvPicPr>
              <a:picLocks noChangeAspect="1"/>
            </p:cNvPicPr>
            <p:nvPr>
              <p:custDataLst>
                <p:tags r:id="rId31"/>
              </p:custDataLst>
            </p:nvPr>
          </p:nvPicPr>
          <p:blipFill>
            <a:blip r:embed="rId3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3189773" y="914507"/>
              <a:ext cx="469232" cy="469232"/>
            </a:xfrm>
            <a:prstGeom prst="rect">
              <a:avLst/>
            </a:prstGeom>
          </p:spPr>
        </p:pic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0FC5B71D-96FA-39FA-7565-7CE12D6A8DE9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218121" y="1082042"/>
            <a:ext cx="1620000" cy="548121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A48730-47AD-5FB5-82DB-A6D28D0E4573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342443" y="805117"/>
            <a:ext cx="1371356" cy="584775"/>
          </a:xfrm>
          <a:prstGeom prst="rect">
            <a:avLst/>
          </a:prstGeom>
          <a:solidFill>
            <a:schemeClr val="bg2">
              <a:lumMod val="75000"/>
            </a:schemeClr>
          </a:solidFill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+mj-lt"/>
              </a:rPr>
              <a:t>Mitsubishi HC Capital Group</a:t>
            </a:r>
            <a:endParaRPr lang="en-CA" sz="16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FB143E1-12A6-41E2-632C-3EC25BCF74E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2328362" y="1082042"/>
            <a:ext cx="3332210" cy="3452825"/>
          </a:xfrm>
          <a:prstGeom prst="rect">
            <a:avLst/>
          </a:prstGeom>
          <a:noFill/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216000" rIns="216000" bIns="216000" numCol="1" spcCol="360000" rtlCol="0" anchor="t" anchorCtr="0"/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Bespoke financing solutions to address specific borrower needs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Transparent decision making</a:t>
            </a:r>
            <a:b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</a:b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to deliver timely </a:t>
            </a:r>
            <a:r>
              <a:rPr lang="en-CA" sz="1400" kern="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&amp;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 dependable results</a:t>
            </a:r>
            <a:endParaRPr kumimoji="0" lang="en-CA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  <a:uLnTx/>
              <a:uFillTx/>
              <a:latin typeface="+mj-lt"/>
              <a:ea typeface="+mn-ea"/>
              <a:cs typeface="Arial" panose="020B0604020202020204" pitchFamily="34" charset="0"/>
            </a:endParaRP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CA" sz="1400" kern="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Reliable financial partner with significant capital &amp; track record of investing in all business cycles</a:t>
            </a:r>
          </a:p>
          <a:p>
            <a:pPr lvl="0">
              <a:spcBef>
                <a:spcPts val="1000"/>
              </a:spcBef>
              <a:spcAft>
                <a:spcPts val="800"/>
              </a:spcAft>
              <a:defRPr/>
            </a:pPr>
            <a:r>
              <a:rPr lang="en-CA" sz="1400" kern="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Access to Mitsubishi HC Capital Group </a:t>
            </a:r>
            <a:r>
              <a:rPr kumimoji="0" lang="en-CA" sz="1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network / talent pool to support portfolio companies</a:t>
            </a:r>
          </a:p>
          <a:p>
            <a:pPr marL="288000" lvl="1" indent="-1800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CA" sz="1200" dirty="0">
                <a:solidFill>
                  <a:schemeClr val="tx1"/>
                </a:solidFill>
                <a:cs typeface="Arial" panose="020B0604020202020204" pitchFamily="34" charset="0"/>
              </a:rPr>
              <a:t>Vendor sales financing program</a:t>
            </a:r>
          </a:p>
          <a:p>
            <a:pPr marL="288000" lvl="1" indent="-1800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CA" sz="1200" dirty="0">
                <a:solidFill>
                  <a:schemeClr val="tx1"/>
                </a:solidFill>
                <a:cs typeface="Arial" panose="020B0604020202020204" pitchFamily="34" charset="0"/>
              </a:rPr>
              <a:t>Commercial </a:t>
            </a:r>
            <a:r>
              <a:rPr kumimoji="0" lang="en-CA" sz="1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introductions</a:t>
            </a: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CA" sz="1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Arial" panose="020B06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71AD432-4D15-FAD7-083F-B228495D5738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2423603" y="876114"/>
            <a:ext cx="1690463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bg2"/>
                </a:solidFill>
                <a:latin typeface="+mj-lt"/>
              </a:rPr>
              <a:t>Value Proposition</a:t>
            </a:r>
            <a:endParaRPr lang="en-CA" sz="1600" b="1" dirty="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01E7BDF-95FE-A11A-01DA-B879EEFA85BD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2323719" y="4674903"/>
            <a:ext cx="3332211" cy="20484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12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468000" rIns="216000" bIns="216000" numCol="2" spcCol="180000" rtlCol="0" anchor="ctr" anchorCtr="0"/>
          <a:lstStyle/>
          <a:p>
            <a:pPr>
              <a:spcBef>
                <a:spcPts val="600"/>
              </a:spcBef>
            </a:pPr>
            <a:r>
              <a:rPr lang="en-US" sz="1400" dirty="0">
                <a:solidFill>
                  <a:schemeClr val="tx1"/>
                </a:solidFill>
                <a:latin typeface="+mj-lt"/>
              </a:rPr>
              <a:t>Kevin Hall</a:t>
            </a:r>
            <a:br>
              <a:rPr lang="en-US" sz="1600" dirty="0">
                <a:solidFill>
                  <a:schemeClr val="tx1"/>
                </a:solidFill>
                <a:latin typeface="+mj-lt"/>
              </a:rPr>
            </a:br>
            <a:r>
              <a:rPr lang="en-US" sz="1200" dirty="0">
                <a:solidFill>
                  <a:schemeClr val="accent1"/>
                </a:solidFill>
              </a:rPr>
              <a:t>Vice President</a:t>
            </a:r>
            <a:endParaRPr lang="en-CA" sz="1200" dirty="0">
              <a:solidFill>
                <a:schemeClr val="tx1"/>
              </a:solidFill>
              <a:latin typeface="+mj-lt"/>
            </a:endParaRPr>
          </a:p>
          <a:p>
            <a:pPr>
              <a:spcBef>
                <a:spcPts val="600"/>
              </a:spcBef>
            </a:pPr>
            <a:r>
              <a:rPr lang="en-CA" sz="1400" dirty="0">
                <a:solidFill>
                  <a:schemeClr val="tx1"/>
                </a:solidFill>
                <a:latin typeface="+mj-lt"/>
              </a:rPr>
              <a:t>Sam Heng</a:t>
            </a:r>
            <a:b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</a:br>
            <a:r>
              <a:rPr lang="en-CA" sz="1200" dirty="0">
                <a:solidFill>
                  <a:schemeClr val="accent1"/>
                </a:solidFill>
              </a:rPr>
              <a:t>Vice President</a:t>
            </a:r>
          </a:p>
          <a:p>
            <a:pPr>
              <a:spcBef>
                <a:spcPts val="600"/>
              </a:spcBef>
            </a:pPr>
            <a:r>
              <a:rPr lang="en-CA" sz="1400" dirty="0">
                <a:solidFill>
                  <a:schemeClr val="tx1"/>
                </a:solidFill>
                <a:latin typeface="+mj-lt"/>
              </a:rPr>
              <a:t>Etienne Duclos</a:t>
            </a:r>
            <a:b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</a:br>
            <a:r>
              <a:rPr lang="en-CA" sz="1200" dirty="0">
                <a:solidFill>
                  <a:schemeClr val="accent1"/>
                </a:solidFill>
              </a:rPr>
              <a:t>Senior Director</a:t>
            </a:r>
            <a:endParaRPr lang="en-US" sz="1200" dirty="0">
              <a:solidFill>
                <a:schemeClr val="accent1"/>
              </a:solidFill>
            </a:endParaRPr>
          </a:p>
          <a:p>
            <a:pPr>
              <a:spcBef>
                <a:spcPts val="600"/>
              </a:spcBef>
            </a:pPr>
            <a:r>
              <a:rPr lang="en-CA" sz="1400" dirty="0">
                <a:solidFill>
                  <a:schemeClr val="tx1"/>
                </a:solidFill>
                <a:latin typeface="+mj-lt"/>
              </a:rPr>
              <a:t>Anthony Siracusa</a:t>
            </a:r>
            <a:b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</a:br>
            <a:r>
              <a:rPr lang="en-CA" sz="1200" dirty="0">
                <a:solidFill>
                  <a:schemeClr val="accent1"/>
                </a:solidFill>
              </a:rPr>
              <a:t>Director</a:t>
            </a:r>
          </a:p>
          <a:p>
            <a:pPr>
              <a:spcBef>
                <a:spcPts val="600"/>
              </a:spcBef>
            </a:pPr>
            <a:r>
              <a:rPr lang="en-CA" sz="1400" dirty="0">
                <a:solidFill>
                  <a:schemeClr val="tx1"/>
                </a:solidFill>
                <a:latin typeface="+mj-lt"/>
              </a:rPr>
              <a:t>Francis Robidoux</a:t>
            </a:r>
            <a:b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</a:br>
            <a:r>
              <a:rPr lang="en-CA" sz="1200" dirty="0">
                <a:solidFill>
                  <a:schemeClr val="accent1"/>
                </a:solidFill>
              </a:rPr>
              <a:t>Director</a:t>
            </a:r>
          </a:p>
          <a:p>
            <a:pPr>
              <a:spcBef>
                <a:spcPts val="600"/>
              </a:spcBef>
            </a:pPr>
            <a:r>
              <a:rPr lang="en-CA" sz="1400" dirty="0">
                <a:solidFill>
                  <a:schemeClr val="tx1"/>
                </a:solidFill>
                <a:latin typeface="+mj-lt"/>
              </a:rPr>
              <a:t>Julien Nantel</a:t>
            </a:r>
            <a:b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</a:br>
            <a:r>
              <a:rPr lang="en-CA" sz="1200" dirty="0">
                <a:solidFill>
                  <a:schemeClr val="accent1"/>
                </a:solidFill>
              </a:rPr>
              <a:t>Director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71C9535-30E2-E1E9-AEDF-184F8827E970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2323719" y="4674903"/>
            <a:ext cx="3332211" cy="314846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360000" rIns="360000" bIns="360000" rtlCol="0" anchor="ctr"/>
          <a:lstStyle/>
          <a:p>
            <a:r>
              <a:rPr lang="en-US" sz="1600" b="1" dirty="0">
                <a:solidFill>
                  <a:schemeClr val="bg1"/>
                </a:solidFill>
                <a:latin typeface="+mj-lt"/>
              </a:rPr>
              <a:t>Team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BA62F1A-CF4B-89E8-67EC-5FD8C74BEDA9}"/>
              </a:ext>
            </a:extLst>
          </p:cNvPr>
          <p:cNvCxnSpPr>
            <a:cxnSpLocks/>
          </p:cNvCxnSpPr>
          <p:nvPr>
            <p:custDataLst>
              <p:tags r:id="rId15"/>
            </p:custDataLst>
          </p:nvPr>
        </p:nvCxnSpPr>
        <p:spPr>
          <a:xfrm>
            <a:off x="2541073" y="4989530"/>
            <a:ext cx="754912" cy="0"/>
          </a:xfrm>
          <a:prstGeom prst="line">
            <a:avLst/>
          </a:prstGeom>
          <a:ln w="571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6EB555E-D34A-410E-B4C9-9D5338408EF1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6052458" y="831035"/>
            <a:ext cx="5960291" cy="2339482"/>
          </a:xfrm>
          <a:prstGeom prst="round2SameRect">
            <a:avLst>
              <a:gd name="adj1" fmla="val 7901"/>
              <a:gd name="adj2" fmla="val 0"/>
            </a:avLst>
          </a:prstGeom>
          <a:solidFill>
            <a:schemeClr val="bg1"/>
          </a:solidFill>
          <a:effectLst>
            <a:outerShdw blurRad="114300" algn="ctr" rotWithShape="0">
              <a:prstClr val="black">
                <a:alpha val="40000"/>
              </a:prstClr>
            </a:outerShdw>
          </a:effectLst>
        </p:spPr>
        <p:txBody>
          <a:bodyPr wrap="square" lIns="180000" tIns="396000" rIns="36000" bIns="288000" numCol="2" spcCol="252000">
            <a:noAutofit/>
          </a:bodyPr>
          <a:lstStyle/>
          <a:p>
            <a:pPr marL="285750" indent="-285750">
              <a:lnSpc>
                <a:spcPct val="100000"/>
              </a:lnSpc>
              <a:spcBef>
                <a:spcPts val="800"/>
              </a:spcBef>
              <a:defRPr/>
            </a:pPr>
            <a:r>
              <a:rPr lang="en-CA" sz="1400" b="1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Company Profile</a:t>
            </a:r>
            <a:r>
              <a:rPr lang="en-CA" sz="14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 </a:t>
            </a:r>
          </a:p>
          <a:p>
            <a:pPr marL="180000" indent="-180000">
              <a:buFont typeface="Arial" panose="020B0604020202020204" pitchFamily="34" charset="0"/>
              <a:buChar char="•"/>
              <a:defRPr/>
            </a:pP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Sponsor Backed</a:t>
            </a:r>
          </a:p>
          <a:p>
            <a:pPr marL="180000" indent="-180000">
              <a:buFont typeface="Arial" panose="020B0604020202020204" pitchFamily="34" charset="0"/>
              <a:buChar char="•"/>
              <a:defRPr/>
            </a:pP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HQ in Canada / US</a:t>
            </a:r>
          </a:p>
          <a:p>
            <a:pPr marL="180000" indent="-180000">
              <a:buFont typeface="Arial" panose="020B0604020202020204" pitchFamily="34" charset="0"/>
              <a:buChar char="•"/>
              <a:defRPr/>
            </a:pP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Strong management</a:t>
            </a:r>
          </a:p>
          <a:p>
            <a:pPr marL="180000" indent="-180000">
              <a:buFont typeface="Arial" panose="020B0604020202020204" pitchFamily="34" charset="0"/>
              <a:buChar char="•"/>
              <a:defRPr/>
            </a:pP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Diversified &amp; recurring rev.</a:t>
            </a:r>
          </a:p>
          <a:p>
            <a:pPr marL="180000" indent="-180000">
              <a:buFont typeface="Arial" panose="020B0604020202020204" pitchFamily="34" charset="0"/>
              <a:buChar char="•"/>
              <a:defRPr/>
            </a:pP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PF EBITDA ≥ $10M</a:t>
            </a:r>
          </a:p>
          <a:p>
            <a:pPr marL="180000" indent="-180000">
              <a:buFont typeface="Arial" panose="020B0604020202020204" pitchFamily="34" charset="0"/>
              <a:buChar char="•"/>
              <a:defRPr/>
            </a:pP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Sustainable margins &amp; CF</a:t>
            </a:r>
          </a:p>
          <a:p>
            <a:pPr>
              <a:lnSpc>
                <a:spcPct val="100000"/>
              </a:lnSpc>
              <a:spcBef>
                <a:spcPts val="800"/>
              </a:spcBef>
              <a:defRPr/>
            </a:pPr>
            <a:endParaRPr lang="en-CA" sz="1400" b="1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800"/>
              </a:spcBef>
              <a:defRPr/>
            </a:pPr>
            <a:r>
              <a:rPr lang="en-CA" sz="1400" b="1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Senior leverage</a:t>
            </a:r>
            <a:br>
              <a:rPr lang="en-CA" sz="1400" b="1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</a:b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Up to 4.5x </a:t>
            </a:r>
          </a:p>
          <a:p>
            <a:pPr>
              <a:spcBef>
                <a:spcPts val="800"/>
              </a:spcBef>
              <a:defRPr/>
            </a:pPr>
            <a:r>
              <a:rPr lang="en-CA" sz="1400" b="1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Term</a:t>
            </a:r>
            <a:br>
              <a:rPr lang="en-CA" sz="1400" b="1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</a:b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Up to 7 years</a:t>
            </a:r>
          </a:p>
          <a:p>
            <a:pPr>
              <a:lnSpc>
                <a:spcPct val="100000"/>
              </a:lnSpc>
              <a:spcBef>
                <a:spcPts val="800"/>
              </a:spcBef>
              <a:defRPr/>
            </a:pPr>
            <a:r>
              <a:rPr lang="en-CA" sz="1400" b="1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Targeted Participation</a:t>
            </a:r>
            <a:br>
              <a:rPr lang="en-CA" sz="1400" b="1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</a:b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$10-25M</a:t>
            </a:r>
          </a:p>
        </p:txBody>
      </p:sp>
      <p:sp>
        <p:nvSpPr>
          <p:cNvPr id="38" name="Rectangle: Top Corners Rounded 37">
            <a:extLst>
              <a:ext uri="{FF2B5EF4-FFF2-40B4-BE49-F238E27FC236}">
                <a16:creationId xmlns:a16="http://schemas.microsoft.com/office/drawing/2014/main" id="{CC31AFEA-2D18-2193-53CA-08007A310ADE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6052458" y="831035"/>
            <a:ext cx="5960291" cy="39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144000" tIns="36000" rIns="144000" bIns="36000" rtlCol="0" anchor="ctr"/>
          <a:lstStyle/>
          <a:p>
            <a:r>
              <a:rPr lang="en-US" sz="1600" b="1" dirty="0">
                <a:latin typeface="+mj-lt"/>
              </a:rPr>
              <a:t>Senior Secured Cash Flow Loan</a:t>
            </a:r>
            <a:endParaRPr lang="en-CA" sz="1600" b="1" dirty="0">
              <a:latin typeface="+mj-lt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76FC342-B4E9-58AC-5378-94E2DC576E6D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6052458" y="2735882"/>
            <a:ext cx="5960291" cy="2680186"/>
          </a:xfrm>
          <a:prstGeom prst="round2SameRect">
            <a:avLst>
              <a:gd name="adj1" fmla="val 7500"/>
              <a:gd name="adj2" fmla="val 0"/>
            </a:avLst>
          </a:prstGeom>
          <a:solidFill>
            <a:schemeClr val="bg1"/>
          </a:solidFill>
          <a:effectLst>
            <a:outerShdw blurRad="114300" algn="ctr" rotWithShape="0">
              <a:prstClr val="black">
                <a:alpha val="40000"/>
              </a:prstClr>
            </a:outerShdw>
          </a:effectLst>
        </p:spPr>
        <p:txBody>
          <a:bodyPr wrap="square" lIns="180000" tIns="396000" rIns="36000" bIns="288000" numCol="2" spcCol="252000">
            <a:noAutofit/>
          </a:bodyPr>
          <a:lstStyle>
            <a:defPPr>
              <a:defRPr lang="en-US"/>
            </a:defPPr>
            <a:lvl1pPr marL="285750" indent="-285750">
              <a:lnSpc>
                <a:spcPct val="100000"/>
              </a:lnSpc>
              <a:spcBef>
                <a:spcPts val="800"/>
              </a:spcBef>
              <a:defRPr sz="1600" b="1">
                <a:solidFill>
                  <a:srgbClr val="000000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CA" sz="1400" dirty="0"/>
              <a:t>Company Profile </a:t>
            </a:r>
          </a:p>
          <a:p>
            <a:pPr marL="180000" lvl="1" indent="-1800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HQ in Canada / US</a:t>
            </a:r>
          </a:p>
          <a:p>
            <a:pPr marL="180000" lvl="1" indent="-1800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Mid &amp; large size </a:t>
            </a:r>
          </a:p>
          <a:p>
            <a:pPr marL="180000" lvl="1" indent="-1800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High leverage / rapid growth</a:t>
            </a:r>
          </a:p>
          <a:p>
            <a:pPr marL="180000" lvl="1" indent="-1800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Working capital / asset intensive</a:t>
            </a:r>
            <a:endParaRPr lang="en-CA" sz="1400" b="1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  <a:p>
            <a:pPr marL="0" lvl="1">
              <a:spcBef>
                <a:spcPts val="800"/>
              </a:spcBef>
              <a:defRPr/>
            </a:pPr>
            <a:r>
              <a:rPr lang="en-CA" sz="1400" b="1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Industries</a:t>
            </a:r>
            <a:br>
              <a:rPr lang="en-CA" sz="1600" b="1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</a:b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Diversified, cyclical &amp; seasonal industries</a:t>
            </a:r>
          </a:p>
          <a:p>
            <a:pPr marL="0" lvl="1">
              <a:spcBef>
                <a:spcPts val="800"/>
              </a:spcBef>
              <a:defRPr/>
            </a:pPr>
            <a:endParaRPr lang="en-CA" sz="1200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  <a:p>
            <a:pPr marL="0" lvl="1">
              <a:lnSpc>
                <a:spcPct val="100000"/>
              </a:lnSpc>
              <a:spcBef>
                <a:spcPts val="800"/>
              </a:spcBef>
              <a:defRPr/>
            </a:pPr>
            <a:r>
              <a:rPr lang="en-CA" sz="1400" b="1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Eligible Assets (Advance Rates)</a:t>
            </a:r>
            <a:endParaRPr lang="en-CA" sz="1200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Receivables (up to 90 %) 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Inventory (based on appraised value)</a:t>
            </a:r>
          </a:p>
          <a:p>
            <a:pPr marL="180000" marR="0" lvl="1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Machinery &amp; equipment (up to 100% of appraised value)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  <a:p>
            <a:pPr marL="0" lvl="1">
              <a:spcBef>
                <a:spcPts val="800"/>
              </a:spcBef>
              <a:defRPr/>
            </a:pPr>
            <a:r>
              <a:rPr lang="en-CA" sz="1400" b="1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Targeted Hold</a:t>
            </a:r>
            <a:br>
              <a:rPr lang="en-CA" sz="1200" b="1" dirty="0">
                <a:latin typeface="+mj-lt"/>
              </a:rPr>
            </a:br>
            <a:r>
              <a:rPr lang="en-CA" sz="1200" b="0" dirty="0">
                <a:latin typeface="+mj-lt"/>
              </a:rPr>
              <a:t>$5-25M (sole lender or participant)</a:t>
            </a:r>
            <a:endParaRPr lang="en-CA" sz="1200" b="1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  <a:p>
            <a:pPr marL="0" lvl="1">
              <a:lnSpc>
                <a:spcPct val="100000"/>
              </a:lnSpc>
              <a:spcBef>
                <a:spcPts val="800"/>
              </a:spcBef>
              <a:defRPr/>
            </a:pPr>
            <a:endParaRPr lang="en-CA" sz="1200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C07938C-9C4E-656D-797D-AF2E898F0291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6052458" y="4791505"/>
            <a:ext cx="5960291" cy="2066495"/>
          </a:xfrm>
          <a:prstGeom prst="round2SameRect">
            <a:avLst>
              <a:gd name="adj1" fmla="val 11215"/>
              <a:gd name="adj2" fmla="val 0"/>
            </a:avLst>
          </a:prstGeom>
          <a:solidFill>
            <a:schemeClr val="bg1"/>
          </a:solidFill>
          <a:effectLst>
            <a:outerShdw blurRad="114300" algn="ctr" rotWithShape="0">
              <a:prstClr val="black">
                <a:alpha val="40000"/>
              </a:prstClr>
            </a:outerShdw>
          </a:effectLst>
        </p:spPr>
        <p:txBody>
          <a:bodyPr wrap="square" lIns="180000" tIns="396000" rIns="36000" bIns="288000" numCol="2" spcCol="252000">
            <a:noAutofit/>
          </a:bodyPr>
          <a:lstStyle>
            <a:defPPr>
              <a:defRPr lang="en-US"/>
            </a:defPPr>
            <a:lvl1pPr marL="285750" indent="-285750">
              <a:lnSpc>
                <a:spcPct val="100000"/>
              </a:lnSpc>
              <a:spcBef>
                <a:spcPts val="800"/>
              </a:spcBef>
              <a:defRPr sz="1600" b="1">
                <a:solidFill>
                  <a:srgbClr val="000000"/>
                </a:solidFill>
                <a:latin typeface="+mj-lt"/>
                <a:cs typeface="Arial" panose="020B0604020202020204" pitchFamily="34" charset="0"/>
              </a:defRPr>
            </a:lvl1pPr>
            <a:lvl2pPr lvl="1"/>
          </a:lstStyle>
          <a:p>
            <a:pPr>
              <a:spcBef>
                <a:spcPts val="0"/>
              </a:spcBef>
              <a:defRPr/>
            </a:pPr>
            <a:r>
              <a:rPr lang="en-CA" sz="1400" dirty="0">
                <a:solidFill>
                  <a:srgbClr val="000000"/>
                </a:solidFill>
                <a:cs typeface="Arial" panose="020B0604020202020204" pitchFamily="34" charset="0"/>
              </a:rPr>
              <a:t>Company Profile</a:t>
            </a:r>
          </a:p>
          <a:p>
            <a:pPr marL="180000" lvl="1" indent="-180000">
              <a:buFont typeface="Arial" panose="020B0604020202020204" pitchFamily="34" charset="0"/>
              <a:buChar char="•"/>
              <a:defRPr/>
            </a:pP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HQ in Canada / US</a:t>
            </a:r>
          </a:p>
          <a:p>
            <a:pPr marL="180000" lvl="1" indent="-180000">
              <a:buFont typeface="Arial" panose="020B0604020202020204" pitchFamily="34" charset="0"/>
              <a:buChar char="•"/>
              <a:defRPr/>
            </a:pP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Mid &amp; large size</a:t>
            </a:r>
          </a:p>
          <a:p>
            <a:pPr marL="180000" lvl="1" indent="-1800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Rapid growth / Asset intensive /       High leverage</a:t>
            </a:r>
          </a:p>
          <a:p>
            <a:pPr marL="0" lvl="1">
              <a:spcBef>
                <a:spcPts val="800"/>
              </a:spcBef>
              <a:defRPr/>
            </a:pPr>
            <a:r>
              <a:rPr lang="en-CA" sz="1400" b="1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Industries</a:t>
            </a:r>
            <a:br>
              <a:rPr lang="en-CA" sz="1800" b="1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</a:b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Diversified, cyclical &amp; seasonal industries</a:t>
            </a:r>
            <a:endParaRPr lang="en-CA" sz="1400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  <a:p>
            <a:pPr marL="0" lvl="1">
              <a:spcBef>
                <a:spcPts val="800"/>
              </a:spcBef>
              <a:defRPr/>
            </a:pPr>
            <a:endParaRPr lang="en-CA" sz="1400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  <a:p>
            <a:pPr marL="0" lvl="1">
              <a:spcBef>
                <a:spcPts val="800"/>
              </a:spcBef>
              <a:defRPr/>
            </a:pPr>
            <a:r>
              <a:rPr lang="en-CA" sz="1400" b="1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Tailored Structure </a:t>
            </a:r>
          </a:p>
          <a:p>
            <a:pPr marL="180000" lvl="1" indent="-180000">
              <a:buFont typeface="Arial" panose="020B0604020202020204" pitchFamily="34" charset="0"/>
              <a:buChar char="•"/>
              <a:defRPr/>
            </a:pP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Capacity to finance most M&amp;E</a:t>
            </a:r>
          </a:p>
          <a:p>
            <a:pPr marL="180000" lvl="1" indent="-180000">
              <a:buFont typeface="Arial" panose="020B0604020202020204" pitchFamily="34" charset="0"/>
              <a:buChar char="•"/>
              <a:defRPr/>
            </a:pP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Ability to finance Capex &amp;  equity value</a:t>
            </a:r>
          </a:p>
          <a:p>
            <a:pPr marL="180000" lvl="1" indent="-180000">
              <a:buFont typeface="Arial" panose="020B0604020202020204" pitchFamily="34" charset="0"/>
              <a:buChar char="•"/>
              <a:defRPr/>
            </a:pPr>
            <a:r>
              <a:rPr lang="en-CA" sz="120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Capacity to structure seasonal skip payments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  <a:p>
            <a:pPr marL="0" lvl="1">
              <a:spcBef>
                <a:spcPts val="600"/>
              </a:spcBef>
              <a:defRPr/>
            </a:pPr>
            <a:r>
              <a:rPr lang="en-CA" sz="1400" b="1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Targeted Hold</a:t>
            </a:r>
            <a:br>
              <a:rPr lang="en-CA" sz="1100" dirty="0">
                <a:solidFill>
                  <a:srgbClr val="000000"/>
                </a:solidFill>
                <a:cs typeface="Arial" panose="020B0604020202020204" pitchFamily="34" charset="0"/>
              </a:rPr>
            </a:br>
            <a:r>
              <a:rPr lang="en-CA" sz="1200" b="0" dirty="0">
                <a:solidFill>
                  <a:srgbClr val="000000"/>
                </a:solidFill>
                <a:latin typeface="+mj-lt"/>
                <a:cs typeface="Arial" panose="020B0604020202020204" pitchFamily="34" charset="0"/>
              </a:rPr>
              <a:t>$1-25M </a:t>
            </a:r>
            <a:r>
              <a:rPr lang="en-CA" sz="1200" b="0" dirty="0">
                <a:latin typeface="+mj-lt"/>
              </a:rPr>
              <a:t>(sole lender or participant)</a:t>
            </a:r>
            <a:endParaRPr lang="en-CA" sz="1200" b="0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  <a:p>
            <a:pPr marL="180000" lvl="1" indent="-180000">
              <a:buFont typeface="Arial" panose="020B0604020202020204" pitchFamily="34" charset="0"/>
              <a:buChar char="•"/>
              <a:defRPr/>
            </a:pPr>
            <a:endParaRPr lang="en-CA" sz="1200" dirty="0">
              <a:solidFill>
                <a:srgbClr val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1" name="Rectangle: Top Corners Rounded 40">
            <a:extLst>
              <a:ext uri="{FF2B5EF4-FFF2-40B4-BE49-F238E27FC236}">
                <a16:creationId xmlns:a16="http://schemas.microsoft.com/office/drawing/2014/main" id="{EC63EE62-37A2-A537-1358-4EEE7AAF7920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6052458" y="2735882"/>
            <a:ext cx="5960291" cy="39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144000" tIns="36000" rIns="144000" bIns="36000" rtlCol="0" anchor="ctr"/>
          <a:lstStyle/>
          <a:p>
            <a:r>
              <a:rPr lang="en-US" sz="1600" b="1" dirty="0">
                <a:latin typeface="+mj-lt"/>
              </a:rPr>
              <a:t>Asset-Based Lending</a:t>
            </a:r>
            <a:endParaRPr lang="en-CA" sz="1600" b="1" dirty="0">
              <a:latin typeface="+mj-lt"/>
            </a:endParaRPr>
          </a:p>
        </p:txBody>
      </p:sp>
      <p:sp>
        <p:nvSpPr>
          <p:cNvPr id="42" name="Rectangle: Top Corners Rounded 41">
            <a:extLst>
              <a:ext uri="{FF2B5EF4-FFF2-40B4-BE49-F238E27FC236}">
                <a16:creationId xmlns:a16="http://schemas.microsoft.com/office/drawing/2014/main" id="{9AEC2A76-0B14-FD7F-8B64-A18CE2601B4C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6052458" y="4791505"/>
            <a:ext cx="5960291" cy="395475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144000" tIns="36000" rIns="144000" bIns="36000" rtlCol="0" anchor="ctr"/>
          <a:lstStyle/>
          <a:p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Equipment Financing</a:t>
            </a:r>
            <a:endParaRPr lang="en-CA" sz="1600" b="1" dirty="0">
              <a:solidFill>
                <a:schemeClr val="bg2">
                  <a:lumMod val="50000"/>
                </a:schemeClr>
              </a:solidFill>
              <a:latin typeface="+mj-lt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F25E3CC-B2E8-D24C-F75E-185B96463059}"/>
              </a:ext>
            </a:extLst>
          </p:cNvPr>
          <p:cNvCxnSpPr>
            <a:cxnSpLocks/>
          </p:cNvCxnSpPr>
          <p:nvPr>
            <p:custDataLst>
              <p:tags r:id="rId22"/>
            </p:custDataLst>
          </p:nvPr>
        </p:nvCxnSpPr>
        <p:spPr>
          <a:xfrm>
            <a:off x="2557016" y="2445872"/>
            <a:ext cx="589865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21E2279-73A7-5AC0-AA88-5C1CF50FC305}"/>
              </a:ext>
            </a:extLst>
          </p:cNvPr>
          <p:cNvCxnSpPr>
            <a:cxnSpLocks/>
          </p:cNvCxnSpPr>
          <p:nvPr>
            <p:custDataLst>
              <p:tags r:id="rId23"/>
            </p:custDataLst>
          </p:nvPr>
        </p:nvCxnSpPr>
        <p:spPr>
          <a:xfrm>
            <a:off x="2557016" y="3273184"/>
            <a:ext cx="589865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D82220E-F526-AB41-330A-2E3DF5424688}"/>
              </a:ext>
            </a:extLst>
          </p:cNvPr>
          <p:cNvCxnSpPr>
            <a:cxnSpLocks/>
          </p:cNvCxnSpPr>
          <p:nvPr>
            <p:custDataLst>
              <p:tags r:id="rId24"/>
            </p:custDataLst>
          </p:nvPr>
        </p:nvCxnSpPr>
        <p:spPr>
          <a:xfrm>
            <a:off x="2557016" y="1841149"/>
            <a:ext cx="589865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2288A4FD-EE32-BF2C-BC75-F298F4DDC553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272121" y="5798499"/>
            <a:ext cx="1512000" cy="91529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288000" rIns="72000" bIns="180000" rtlCol="0" anchor="t" anchorCtr="0"/>
          <a:lstStyle/>
          <a:p>
            <a:pPr algn="ctr">
              <a:lnSpc>
                <a:spcPct val="90000"/>
              </a:lnSpc>
              <a:spcAft>
                <a:spcPts val="300"/>
              </a:spcAft>
              <a:defRPr/>
            </a:pPr>
            <a:r>
              <a:rPr lang="en-US" sz="1400" b="1" kern="0" dirty="0">
                <a:latin typeface="+mj-lt"/>
                <a:cs typeface="Arial" panose="020B0604020202020204" pitchFamily="34" charset="0"/>
              </a:rPr>
              <a:t>Deep Talent Pool</a:t>
            </a:r>
            <a:endParaRPr lang="en-US" sz="1200" b="1" kern="0" dirty="0">
              <a:latin typeface="+mj-lt"/>
              <a:cs typeface="Arial" panose="020B060402020202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>
                <a:latin typeface="+mj-lt"/>
                <a:cs typeface="Arial" panose="020B0604020202020204" pitchFamily="34" charset="0"/>
              </a:rPr>
              <a:t>8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Arial" panose="020B0604020202020204" pitchFamily="34" charset="0"/>
              </a:rPr>
              <a:t>,000+ specialized professionals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effectLst/>
              <a:highlight>
                <a:srgbClr val="FFFF00"/>
              </a:highlight>
              <a:uLnTx/>
              <a:uFillTx/>
              <a:latin typeface="+mj-lt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091222C-72BE-B791-6969-1A8E19925C72}"/>
              </a:ext>
            </a:extLst>
          </p:cNvPr>
          <p:cNvGrpSpPr/>
          <p:nvPr>
            <p:custDataLst>
              <p:tags r:id="rId26"/>
            </p:custDataLst>
          </p:nvPr>
        </p:nvGrpSpPr>
        <p:grpSpPr>
          <a:xfrm>
            <a:off x="841537" y="5673245"/>
            <a:ext cx="373168" cy="377879"/>
            <a:chOff x="3169208" y="2101435"/>
            <a:chExt cx="510363" cy="510363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57271D12-72FC-29A0-3D3F-1E9EBD2C2FBC}"/>
                </a:ext>
              </a:extLst>
            </p:cNvPr>
            <p:cNvSpPr/>
            <p:nvPr/>
          </p:nvSpPr>
          <p:spPr>
            <a:xfrm>
              <a:off x="3169208" y="2101435"/>
              <a:ext cx="510363" cy="510363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grpSp>
          <p:nvGrpSpPr>
            <p:cNvPr id="17" name="Groupe 57">
              <a:extLst>
                <a:ext uri="{FF2B5EF4-FFF2-40B4-BE49-F238E27FC236}">
                  <a16:creationId xmlns:a16="http://schemas.microsoft.com/office/drawing/2014/main" id="{CA9E7E7F-12E0-7985-FC81-39A53FEB739E}"/>
                </a:ext>
              </a:extLst>
            </p:cNvPr>
            <p:cNvGrpSpPr/>
            <p:nvPr>
              <p:custDataLst>
                <p:tags r:id="rId30"/>
              </p:custDataLst>
            </p:nvPr>
          </p:nvGrpSpPr>
          <p:grpSpPr>
            <a:xfrm>
              <a:off x="3169990" y="2137144"/>
              <a:ext cx="508799" cy="415656"/>
              <a:chOff x="3624762" y="3263988"/>
              <a:chExt cx="1354356" cy="914400"/>
            </a:xfrm>
            <a:solidFill>
              <a:schemeClr val="bg1"/>
            </a:solidFill>
          </p:grpSpPr>
          <p:pic>
            <p:nvPicPr>
              <p:cNvPr id="18" name="Graphique 58" descr="Office worker male avec un remplissage uni">
                <a:extLst>
                  <a:ext uri="{FF2B5EF4-FFF2-40B4-BE49-F238E27FC236}">
                    <a16:creationId xmlns:a16="http://schemas.microsoft.com/office/drawing/2014/main" id="{90469D72-B208-E18A-4517-80DE5DECB5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2"/>
                  </a:ext>
                </a:extLst>
              </a:blip>
              <a:stretch>
                <a:fillRect/>
              </a:stretch>
            </p:blipFill>
            <p:spPr>
              <a:xfrm>
                <a:off x="3624762" y="3263988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19" name="Graphique 59" descr="Office worker female avec un remplissage uni">
                <a:extLst>
                  <a:ext uri="{FF2B5EF4-FFF2-40B4-BE49-F238E27FC236}">
                    <a16:creationId xmlns:a16="http://schemas.microsoft.com/office/drawing/2014/main" id="{25321B0B-9B2A-69C1-2814-B1F441590DC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4"/>
                  </a:ext>
                </a:extLst>
              </a:blip>
              <a:stretch>
                <a:fillRect/>
              </a:stretch>
            </p:blipFill>
            <p:spPr>
              <a:xfrm>
                <a:off x="4064718" y="3263988"/>
                <a:ext cx="914400" cy="914400"/>
              </a:xfrm>
              <a:prstGeom prst="rect">
                <a:avLst/>
              </a:prstGeom>
            </p:spPr>
          </p:pic>
        </p:grp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808727BB-B449-5ABC-3E83-88C6D1E45233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358" y="0"/>
            <a:ext cx="12191642" cy="60116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252000" tIns="108000" rIns="252000" bIns="108000" rtlCol="0" anchor="ctr"/>
          <a:lstStyle/>
          <a:p>
            <a:r>
              <a:rPr lang="en-US" sz="20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Private Credit Platform Overview</a:t>
            </a:r>
            <a:endParaRPr lang="en-CA" sz="2000" dirty="0">
              <a:solidFill>
                <a:srgbClr val="688098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45B3749-BD1A-E40B-E3AE-E2297FED2D81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249710" y="487099"/>
            <a:ext cx="1764000" cy="11406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45" name="Picture 4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D0AF9F9E-2BD8-F14B-3E1B-16F077D8A9EE}"/>
              </a:ext>
            </a:extLst>
          </p:cNvPr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8933" y="18427"/>
            <a:ext cx="2523067" cy="564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1622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heme/theme1.xml><?xml version="1.0" encoding="utf-8"?>
<a:theme xmlns:a="http://schemas.openxmlformats.org/drawingml/2006/main" name="Thème Office">
  <a:themeElements>
    <a:clrScheme name="MHCCNA">
      <a:dk1>
        <a:srgbClr val="000000"/>
      </a:dk1>
      <a:lt1>
        <a:sysClr val="window" lastClr="FFFFFF"/>
      </a:lt1>
      <a:dk2>
        <a:srgbClr val="234A5D"/>
      </a:dk2>
      <a:lt2>
        <a:srgbClr val="7E93A7"/>
      </a:lt2>
      <a:accent1>
        <a:srgbClr val="E60000"/>
      </a:accent1>
      <a:accent2>
        <a:srgbClr val="A03223"/>
      </a:accent2>
      <a:accent3>
        <a:srgbClr val="FFBABA"/>
      </a:accent3>
      <a:accent4>
        <a:srgbClr val="BDCCD7"/>
      </a:accent4>
      <a:accent5>
        <a:srgbClr val="CECECE"/>
      </a:accent5>
      <a:accent6>
        <a:srgbClr val="712319"/>
      </a:accent6>
      <a:hlink>
        <a:srgbClr val="E60000"/>
      </a:hlink>
      <a:folHlink>
        <a:srgbClr val="B0C7D1"/>
      </a:folHlink>
    </a:clrScheme>
    <a:fontScheme name="MHCCNA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duct-sheet-KHall_2025-V1-HB" id="{9F1FED73-44D4-4E96-9E34-8584C5DB316C}" vid="{807BF953-ECC7-4420-98E1-59C30C18A82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1CE0836E75D74CB66835CC3F92D61B" ma:contentTypeVersion="15" ma:contentTypeDescription="Crée un document." ma:contentTypeScope="" ma:versionID="2d13367ad0578f62c49d0e6b91517e9c">
  <xsd:schema xmlns:xsd="http://www.w3.org/2001/XMLSchema" xmlns:xs="http://www.w3.org/2001/XMLSchema" xmlns:p="http://schemas.microsoft.com/office/2006/metadata/properties" xmlns:ns2="453e6d4f-8cf7-464e-bfdf-5162297045af" xmlns:ns3="47f04214-008e-4087-8e87-37a4b48276b8" targetNamespace="http://schemas.microsoft.com/office/2006/metadata/properties" ma:root="true" ma:fieldsID="eff6f0dd897ede7a59bed34bf3ada1cc" ns2:_="" ns3:_="">
    <xsd:import namespace="453e6d4f-8cf7-464e-bfdf-5162297045af"/>
    <xsd:import namespace="47f04214-008e-4087-8e87-37a4b48276b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3e6d4f-8cf7-464e-bfdf-5162297045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Balises d’images" ma:readOnly="false" ma:fieldId="{5cf76f15-5ced-4ddc-b409-7134ff3c332f}" ma:taxonomyMulti="true" ma:sspId="f43e6210-2fa7-4e77-943a-e2e7fb6c882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f04214-008e-4087-8e87-37a4b48276b8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3c154dc8-9501-43e4-b867-1c97e2268bf6}" ma:internalName="TaxCatchAll" ma:showField="CatchAllData" ma:web="47f04214-008e-4087-8e87-37a4b48276b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53e6d4f-8cf7-464e-bfdf-5162297045af">
      <Terms xmlns="http://schemas.microsoft.com/office/infopath/2007/PartnerControls"/>
    </lcf76f155ced4ddcb4097134ff3c332f>
    <TaxCatchAll xmlns="47f04214-008e-4087-8e87-37a4b48276b8" xsi:nil="true"/>
  </documentManagement>
</p:properties>
</file>

<file path=customXml/itemProps1.xml><?xml version="1.0" encoding="utf-8"?>
<ds:datastoreItem xmlns:ds="http://schemas.openxmlformats.org/officeDocument/2006/customXml" ds:itemID="{02FFA2B1-CBD3-4C2F-BB0B-B3B54280AEE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F8C23C2-887A-4ED5-A384-7E82B12371E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53e6d4f-8cf7-464e-bfdf-5162297045af"/>
    <ds:schemaRef ds:uri="47f04214-008e-4087-8e87-37a4b48276b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0E48BBD-FBF4-4FC8-B74A-21E16412CDB0}">
  <ds:schemaRefs>
    <ds:schemaRef ds:uri="http://purl.org/dc/elements/1.1/"/>
    <ds:schemaRef ds:uri="http://purl.org/dc/terms/"/>
    <ds:schemaRef ds:uri="http://purl.org/dc/dcmitype/"/>
    <ds:schemaRef ds:uri="http://schemas.openxmlformats.org/package/2006/metadata/core-properties"/>
    <ds:schemaRef ds:uri="453e6d4f-8cf7-464e-bfdf-5162297045af"/>
    <ds:schemaRef ds:uri="47f04214-008e-4087-8e87-37a4b48276b8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Product-sheet-KHall_2025-V1-HB</Template>
  <TotalTime>1527</TotalTime>
  <Words>341</Words>
  <Application>Microsoft Office PowerPoint</Application>
  <PresentationFormat>Widescreen</PresentationFormat>
  <Paragraphs>67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Bahnschrift Condensed</vt:lpstr>
      <vt:lpstr>Calibri</vt:lpstr>
      <vt:lpstr>Calibri Light</vt:lpstr>
      <vt:lpstr>Thème Office</vt:lpstr>
      <vt:lpstr>Private Credit Platform  Overview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Hélianne Bruneau</dc:creator>
  <cp:lastModifiedBy>Etienne Duclos</cp:lastModifiedBy>
  <cp:revision>12</cp:revision>
  <dcterms:created xsi:type="dcterms:W3CDTF">2025-04-08T19:35:00Z</dcterms:created>
  <dcterms:modified xsi:type="dcterms:W3CDTF">2025-04-10T18:32:30Z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0x010100381CE0836E75D74CB66835CC3F92D61B</vt:lpwstr>
  </property>
</Properties>
</file>